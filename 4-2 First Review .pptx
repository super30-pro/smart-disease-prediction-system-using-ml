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779" r:id="rId2"/>
    <p:sldId id="780" r:id="rId3"/>
    <p:sldId id="781" r:id="rId4"/>
    <p:sldId id="787" r:id="rId5"/>
    <p:sldId id="788" r:id="rId6"/>
    <p:sldId id="799" r:id="rId7"/>
    <p:sldId id="800" r:id="rId8"/>
    <p:sldId id="801" r:id="rId9"/>
    <p:sldId id="789" r:id="rId10"/>
    <p:sldId id="805" r:id="rId11"/>
    <p:sldId id="802" r:id="rId12"/>
    <p:sldId id="790" r:id="rId13"/>
    <p:sldId id="803" r:id="rId14"/>
    <p:sldId id="804" r:id="rId15"/>
    <p:sldId id="791" r:id="rId16"/>
    <p:sldId id="792" r:id="rId17"/>
    <p:sldId id="793" r:id="rId18"/>
    <p:sldId id="798" r:id="rId19"/>
    <p:sldId id="79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684558-F1BB-47CD-B2CC-E0BE16631BD5}" v="44" dt="2026-01-19T17:09:24.2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7" d="100"/>
          <a:sy n="67" d="100"/>
        </p:scale>
        <p:origin x="-864"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keertan20@outlook.com" userId="078cb9122586e1db" providerId="LiveId" clId="{4FA401DD-B9F8-47DD-AEB2-469109946BEB}"/>
    <pc:docChg chg="undo custSel addSld delSld modSld sldOrd">
      <pc:chgData name="srikeertan20@outlook.com" userId="078cb9122586e1db" providerId="LiveId" clId="{4FA401DD-B9F8-47DD-AEB2-469109946BEB}" dt="2026-01-19T17:09:33.021" v="915" actId="14100"/>
      <pc:docMkLst>
        <pc:docMk/>
      </pc:docMkLst>
      <pc:sldChg chg="modSp">
        <pc:chgData name="srikeertan20@outlook.com" userId="078cb9122586e1db" providerId="LiveId" clId="{4FA401DD-B9F8-47DD-AEB2-469109946BEB}" dt="2026-01-19T11:31:58.695" v="1"/>
        <pc:sldMkLst>
          <pc:docMk/>
          <pc:sldMk cId="737780489" sldId="779"/>
        </pc:sldMkLst>
        <pc:spChg chg="mod">
          <ac:chgData name="srikeertan20@outlook.com" userId="078cb9122586e1db" providerId="LiveId" clId="{4FA401DD-B9F8-47DD-AEB2-469109946BEB}" dt="2026-01-19T11:31:58.695" v="1"/>
          <ac:spMkLst>
            <pc:docMk/>
            <pc:sldMk cId="737780489" sldId="779"/>
            <ac:spMk id="14" creationId="{D76D3B75-5278-4020-9209-060C511363F8}"/>
          </ac:spMkLst>
        </pc:spChg>
      </pc:sldChg>
      <pc:sldChg chg="modSp mod">
        <pc:chgData name="srikeertan20@outlook.com" userId="078cb9122586e1db" providerId="LiveId" clId="{4FA401DD-B9F8-47DD-AEB2-469109946BEB}" dt="2026-01-19T11:57:55.252" v="170" actId="20577"/>
        <pc:sldMkLst>
          <pc:docMk/>
          <pc:sldMk cId="1889265010" sldId="780"/>
        </pc:sldMkLst>
        <pc:spChg chg="mod">
          <ac:chgData name="srikeertan20@outlook.com" userId="078cb9122586e1db" providerId="LiveId" clId="{4FA401DD-B9F8-47DD-AEB2-469109946BEB}" dt="2026-01-19T11:57:55.252" v="170" actId="20577"/>
          <ac:spMkLst>
            <pc:docMk/>
            <pc:sldMk cId="1889265010" sldId="780"/>
            <ac:spMk id="3" creationId="{DFFB85F0-75CC-45F5-F6A4-3F944A788E8A}"/>
          </ac:spMkLst>
        </pc:spChg>
      </pc:sldChg>
      <pc:sldChg chg="modSp mod">
        <pc:chgData name="srikeertan20@outlook.com" userId="078cb9122586e1db" providerId="LiveId" clId="{4FA401DD-B9F8-47DD-AEB2-469109946BEB}" dt="2026-01-19T12:11:05.545" v="198" actId="123"/>
        <pc:sldMkLst>
          <pc:docMk/>
          <pc:sldMk cId="927520105" sldId="781"/>
        </pc:sldMkLst>
        <pc:spChg chg="mod">
          <ac:chgData name="srikeertan20@outlook.com" userId="078cb9122586e1db" providerId="LiveId" clId="{4FA401DD-B9F8-47DD-AEB2-469109946BEB}" dt="2026-01-19T12:11:05.545" v="198" actId="123"/>
          <ac:spMkLst>
            <pc:docMk/>
            <pc:sldMk cId="927520105" sldId="781"/>
            <ac:spMk id="3" creationId="{6DB2E571-B754-2FDB-B15F-9E6AD54906BE}"/>
          </ac:spMkLst>
        </pc:spChg>
      </pc:sldChg>
      <pc:sldChg chg="del">
        <pc:chgData name="srikeertan20@outlook.com" userId="078cb9122586e1db" providerId="LiveId" clId="{4FA401DD-B9F8-47DD-AEB2-469109946BEB}" dt="2026-01-19T12:11:29.503" v="199" actId="47"/>
        <pc:sldMkLst>
          <pc:docMk/>
          <pc:sldMk cId="1581753762" sldId="782"/>
        </pc:sldMkLst>
      </pc:sldChg>
      <pc:sldChg chg="del">
        <pc:chgData name="srikeertan20@outlook.com" userId="078cb9122586e1db" providerId="LiveId" clId="{4FA401DD-B9F8-47DD-AEB2-469109946BEB}" dt="2026-01-19T12:11:30.702" v="200" actId="47"/>
        <pc:sldMkLst>
          <pc:docMk/>
          <pc:sldMk cId="895127717" sldId="783"/>
        </pc:sldMkLst>
      </pc:sldChg>
      <pc:sldChg chg="del">
        <pc:chgData name="srikeertan20@outlook.com" userId="078cb9122586e1db" providerId="LiveId" clId="{4FA401DD-B9F8-47DD-AEB2-469109946BEB}" dt="2026-01-19T12:11:31.610" v="201" actId="47"/>
        <pc:sldMkLst>
          <pc:docMk/>
          <pc:sldMk cId="1353440576" sldId="785"/>
        </pc:sldMkLst>
      </pc:sldChg>
      <pc:sldChg chg="del">
        <pc:chgData name="srikeertan20@outlook.com" userId="078cb9122586e1db" providerId="LiveId" clId="{4FA401DD-B9F8-47DD-AEB2-469109946BEB}" dt="2026-01-19T12:11:32.727" v="202" actId="47"/>
        <pc:sldMkLst>
          <pc:docMk/>
          <pc:sldMk cId="1117461848" sldId="786"/>
        </pc:sldMkLst>
      </pc:sldChg>
      <pc:sldChg chg="addSp delSp modSp mod">
        <pc:chgData name="srikeertan20@outlook.com" userId="078cb9122586e1db" providerId="LiveId" clId="{4FA401DD-B9F8-47DD-AEB2-469109946BEB}" dt="2026-01-19T15:23:54.085" v="225" actId="20577"/>
        <pc:sldMkLst>
          <pc:docMk/>
          <pc:sldMk cId="1189531583" sldId="787"/>
        </pc:sldMkLst>
        <pc:spChg chg="del mod">
          <ac:chgData name="srikeertan20@outlook.com" userId="078cb9122586e1db" providerId="LiveId" clId="{4FA401DD-B9F8-47DD-AEB2-469109946BEB}" dt="2026-01-19T15:22:05.394" v="204"/>
          <ac:spMkLst>
            <pc:docMk/>
            <pc:sldMk cId="1189531583" sldId="787"/>
            <ac:spMk id="3" creationId="{19C2CE69-6D27-BDBD-6CA3-5D4AADE5ED25}"/>
          </ac:spMkLst>
        </pc:spChg>
        <pc:spChg chg="add mod">
          <ac:chgData name="srikeertan20@outlook.com" userId="078cb9122586e1db" providerId="LiveId" clId="{4FA401DD-B9F8-47DD-AEB2-469109946BEB}" dt="2026-01-19T15:23:54.085" v="225" actId="20577"/>
          <ac:spMkLst>
            <pc:docMk/>
            <pc:sldMk cId="1189531583" sldId="787"/>
            <ac:spMk id="4" creationId="{380D0FD8-607B-D1BB-2D37-1434A4A50340}"/>
          </ac:spMkLst>
        </pc:spChg>
      </pc:sldChg>
      <pc:sldChg chg="addSp delSp modSp mod">
        <pc:chgData name="srikeertan20@outlook.com" userId="078cb9122586e1db" providerId="LiveId" clId="{4FA401DD-B9F8-47DD-AEB2-469109946BEB}" dt="2026-01-19T15:25:42.539" v="261" actId="478"/>
        <pc:sldMkLst>
          <pc:docMk/>
          <pc:sldMk cId="1624126049" sldId="788"/>
        </pc:sldMkLst>
        <pc:spChg chg="mod">
          <ac:chgData name="srikeertan20@outlook.com" userId="078cb9122586e1db" providerId="LiveId" clId="{4FA401DD-B9F8-47DD-AEB2-469109946BEB}" dt="2026-01-19T15:24:30.118" v="254" actId="20577"/>
          <ac:spMkLst>
            <pc:docMk/>
            <pc:sldMk cId="1624126049" sldId="788"/>
            <ac:spMk id="2" creationId="{0FB00562-14A6-3229-B05C-CA069CC03174}"/>
          </ac:spMkLst>
        </pc:spChg>
        <pc:spChg chg="del mod">
          <ac:chgData name="srikeertan20@outlook.com" userId="078cb9122586e1db" providerId="LiveId" clId="{4FA401DD-B9F8-47DD-AEB2-469109946BEB}" dt="2026-01-19T15:25:42.539" v="261" actId="478"/>
          <ac:spMkLst>
            <pc:docMk/>
            <pc:sldMk cId="1624126049" sldId="788"/>
            <ac:spMk id="3" creationId="{B80F94D7-2FD1-4D29-738A-AC6F3A1D6BD6}"/>
          </ac:spMkLst>
        </pc:spChg>
        <pc:picChg chg="add mod">
          <ac:chgData name="srikeertan20@outlook.com" userId="078cb9122586e1db" providerId="LiveId" clId="{4FA401DD-B9F8-47DD-AEB2-469109946BEB}" dt="2026-01-19T15:25:36.337" v="260" actId="14100"/>
          <ac:picMkLst>
            <pc:docMk/>
            <pc:sldMk cId="1624126049" sldId="788"/>
            <ac:picMk id="4" creationId="{1B614092-8769-2432-B46C-4BD57E4E16EF}"/>
          </ac:picMkLst>
        </pc:picChg>
      </pc:sldChg>
      <pc:sldChg chg="modSp mod ord">
        <pc:chgData name="srikeertan20@outlook.com" userId="078cb9122586e1db" providerId="LiveId" clId="{4FA401DD-B9F8-47DD-AEB2-469109946BEB}" dt="2026-01-19T15:57:47.357" v="717" actId="2710"/>
        <pc:sldMkLst>
          <pc:docMk/>
          <pc:sldMk cId="1741878355" sldId="789"/>
        </pc:sldMkLst>
        <pc:spChg chg="mod">
          <ac:chgData name="srikeertan20@outlook.com" userId="078cb9122586e1db" providerId="LiveId" clId="{4FA401DD-B9F8-47DD-AEB2-469109946BEB}" dt="2026-01-19T15:48:00.714" v="627" actId="20577"/>
          <ac:spMkLst>
            <pc:docMk/>
            <pc:sldMk cId="1741878355" sldId="789"/>
            <ac:spMk id="2" creationId="{AB2DA708-64F8-8097-F2F5-5261DE73E681}"/>
          </ac:spMkLst>
        </pc:spChg>
        <pc:spChg chg="mod">
          <ac:chgData name="srikeertan20@outlook.com" userId="078cb9122586e1db" providerId="LiveId" clId="{4FA401DD-B9F8-47DD-AEB2-469109946BEB}" dt="2026-01-19T15:57:47.357" v="717" actId="2710"/>
          <ac:spMkLst>
            <pc:docMk/>
            <pc:sldMk cId="1741878355" sldId="789"/>
            <ac:spMk id="3" creationId="{DEA65AC9-D6B2-B854-E0F8-D820CB170873}"/>
          </ac:spMkLst>
        </pc:spChg>
      </pc:sldChg>
      <pc:sldChg chg="modSp mod">
        <pc:chgData name="srikeertan20@outlook.com" userId="078cb9122586e1db" providerId="LiveId" clId="{4FA401DD-B9F8-47DD-AEB2-469109946BEB}" dt="2026-01-19T16:59:14.543" v="776" actId="113"/>
        <pc:sldMkLst>
          <pc:docMk/>
          <pc:sldMk cId="712348914" sldId="790"/>
        </pc:sldMkLst>
        <pc:spChg chg="mod">
          <ac:chgData name="srikeertan20@outlook.com" userId="078cb9122586e1db" providerId="LiveId" clId="{4FA401DD-B9F8-47DD-AEB2-469109946BEB}" dt="2026-01-19T15:58:37.947" v="736" actId="20577"/>
          <ac:spMkLst>
            <pc:docMk/>
            <pc:sldMk cId="712348914" sldId="790"/>
            <ac:spMk id="2" creationId="{9D16F6EA-3503-B9D5-91F0-87CC21369C27}"/>
          </ac:spMkLst>
        </pc:spChg>
        <pc:spChg chg="mod">
          <ac:chgData name="srikeertan20@outlook.com" userId="078cb9122586e1db" providerId="LiveId" clId="{4FA401DD-B9F8-47DD-AEB2-469109946BEB}" dt="2026-01-19T16:59:14.543" v="776" actId="113"/>
          <ac:spMkLst>
            <pc:docMk/>
            <pc:sldMk cId="712348914" sldId="790"/>
            <ac:spMk id="3" creationId="{F012356A-1160-2E34-3753-DECAF620FA17}"/>
          </ac:spMkLst>
        </pc:spChg>
      </pc:sldChg>
      <pc:sldChg chg="modSp mod">
        <pc:chgData name="srikeertan20@outlook.com" userId="078cb9122586e1db" providerId="LiveId" clId="{4FA401DD-B9F8-47DD-AEB2-469109946BEB}" dt="2026-01-19T17:05:28.160" v="851" actId="20577"/>
        <pc:sldMkLst>
          <pc:docMk/>
          <pc:sldMk cId="4192313949" sldId="791"/>
        </pc:sldMkLst>
        <pc:spChg chg="mod">
          <ac:chgData name="srikeertan20@outlook.com" userId="078cb9122586e1db" providerId="LiveId" clId="{4FA401DD-B9F8-47DD-AEB2-469109946BEB}" dt="2026-01-19T17:05:28.160" v="851" actId="20577"/>
          <ac:spMkLst>
            <pc:docMk/>
            <pc:sldMk cId="4192313949" sldId="791"/>
            <ac:spMk id="3" creationId="{B7E001F5-4771-91B7-0624-DC7F56AE83A1}"/>
          </ac:spMkLst>
        </pc:spChg>
      </pc:sldChg>
      <pc:sldChg chg="modSp mod">
        <pc:chgData name="srikeertan20@outlook.com" userId="078cb9122586e1db" providerId="LiveId" clId="{4FA401DD-B9F8-47DD-AEB2-469109946BEB}" dt="2026-01-19T17:06:37.379" v="876" actId="20577"/>
        <pc:sldMkLst>
          <pc:docMk/>
          <pc:sldMk cId="592327592" sldId="792"/>
        </pc:sldMkLst>
        <pc:spChg chg="mod">
          <ac:chgData name="srikeertan20@outlook.com" userId="078cb9122586e1db" providerId="LiveId" clId="{4FA401DD-B9F8-47DD-AEB2-469109946BEB}" dt="2026-01-19T17:06:37.379" v="876" actId="20577"/>
          <ac:spMkLst>
            <pc:docMk/>
            <pc:sldMk cId="592327592" sldId="792"/>
            <ac:spMk id="3" creationId="{74CB0409-220D-96AF-A827-DDEA0B4E895A}"/>
          </ac:spMkLst>
        </pc:spChg>
      </pc:sldChg>
      <pc:sldChg chg="addSp delSp modSp new mod">
        <pc:chgData name="srikeertan20@outlook.com" userId="078cb9122586e1db" providerId="LiveId" clId="{4FA401DD-B9F8-47DD-AEB2-469109946BEB}" dt="2026-01-19T15:30:00.705" v="383" actId="1076"/>
        <pc:sldMkLst>
          <pc:docMk/>
          <pc:sldMk cId="564007020" sldId="799"/>
        </pc:sldMkLst>
        <pc:spChg chg="mod">
          <ac:chgData name="srikeertan20@outlook.com" userId="078cb9122586e1db" providerId="LiveId" clId="{4FA401DD-B9F8-47DD-AEB2-469109946BEB}" dt="2026-01-19T15:26:32.495" v="266" actId="404"/>
          <ac:spMkLst>
            <pc:docMk/>
            <pc:sldMk cId="564007020" sldId="799"/>
            <ac:spMk id="2" creationId="{9A9FC8D9-FF1D-3B2A-70CE-B75A4D7880BE}"/>
          </ac:spMkLst>
        </pc:spChg>
        <pc:spChg chg="del">
          <ac:chgData name="srikeertan20@outlook.com" userId="078cb9122586e1db" providerId="LiveId" clId="{4FA401DD-B9F8-47DD-AEB2-469109946BEB}" dt="2026-01-19T15:27:28.939" v="267"/>
          <ac:spMkLst>
            <pc:docMk/>
            <pc:sldMk cId="564007020" sldId="799"/>
            <ac:spMk id="3" creationId="{51904A94-47C1-0361-2AAB-0A8C20A62FD2}"/>
          </ac:spMkLst>
        </pc:spChg>
        <pc:spChg chg="add mod">
          <ac:chgData name="srikeertan20@outlook.com" userId="078cb9122586e1db" providerId="LiveId" clId="{4FA401DD-B9F8-47DD-AEB2-469109946BEB}" dt="2026-01-19T15:30:00.705" v="383" actId="1076"/>
          <ac:spMkLst>
            <pc:docMk/>
            <pc:sldMk cId="564007020" sldId="799"/>
            <ac:spMk id="4" creationId="{C78C2735-F838-9C85-145B-8485295EB8D7}"/>
          </ac:spMkLst>
        </pc:spChg>
      </pc:sldChg>
      <pc:sldChg chg="addSp modSp new mod">
        <pc:chgData name="srikeertan20@outlook.com" userId="078cb9122586e1db" providerId="LiveId" clId="{4FA401DD-B9F8-47DD-AEB2-469109946BEB}" dt="2026-01-19T15:42:22.202" v="437" actId="14100"/>
        <pc:sldMkLst>
          <pc:docMk/>
          <pc:sldMk cId="664600644" sldId="800"/>
        </pc:sldMkLst>
        <pc:spChg chg="mod">
          <ac:chgData name="srikeertan20@outlook.com" userId="078cb9122586e1db" providerId="LiveId" clId="{4FA401DD-B9F8-47DD-AEB2-469109946BEB}" dt="2026-01-19T15:42:07.244" v="433" actId="1076"/>
          <ac:spMkLst>
            <pc:docMk/>
            <pc:sldMk cId="664600644" sldId="800"/>
            <ac:spMk id="2" creationId="{5C67E981-03EF-741F-68A7-B8B7A3E20AA5}"/>
          </ac:spMkLst>
        </pc:spChg>
        <pc:spChg chg="mod">
          <ac:chgData name="srikeertan20@outlook.com" userId="078cb9122586e1db" providerId="LiveId" clId="{4FA401DD-B9F8-47DD-AEB2-469109946BEB}" dt="2026-01-19T15:42:12.588" v="434" actId="1076"/>
          <ac:spMkLst>
            <pc:docMk/>
            <pc:sldMk cId="664600644" sldId="800"/>
            <ac:spMk id="3" creationId="{D7995AC0-B8AD-BB10-A5DF-D16FD4D869FD}"/>
          </ac:spMkLst>
        </pc:spChg>
        <pc:spChg chg="add">
          <ac:chgData name="srikeertan20@outlook.com" userId="078cb9122586e1db" providerId="LiveId" clId="{4FA401DD-B9F8-47DD-AEB2-469109946BEB}" dt="2026-01-19T15:41:37.801" v="426"/>
          <ac:spMkLst>
            <pc:docMk/>
            <pc:sldMk cId="664600644" sldId="800"/>
            <ac:spMk id="4" creationId="{C3D961A7-C42F-5D79-6DE4-A5AA6A033117}"/>
          </ac:spMkLst>
        </pc:spChg>
        <pc:picChg chg="add mod">
          <ac:chgData name="srikeertan20@outlook.com" userId="078cb9122586e1db" providerId="LiveId" clId="{4FA401DD-B9F8-47DD-AEB2-469109946BEB}" dt="2026-01-19T15:42:22.202" v="437" actId="14100"/>
          <ac:picMkLst>
            <pc:docMk/>
            <pc:sldMk cId="664600644" sldId="800"/>
            <ac:picMk id="5" creationId="{B84D0FB6-6304-79AF-7825-B2D16FD7BE6A}"/>
          </ac:picMkLst>
        </pc:picChg>
      </pc:sldChg>
      <pc:sldChg chg="delSp modSp new mod">
        <pc:chgData name="srikeertan20@outlook.com" userId="078cb9122586e1db" providerId="LiveId" clId="{4FA401DD-B9F8-47DD-AEB2-469109946BEB}" dt="2026-01-19T15:47:35.183" v="605" actId="1076"/>
        <pc:sldMkLst>
          <pc:docMk/>
          <pc:sldMk cId="1076765229" sldId="801"/>
        </pc:sldMkLst>
        <pc:spChg chg="del">
          <ac:chgData name="srikeertan20@outlook.com" userId="078cb9122586e1db" providerId="LiveId" clId="{4FA401DD-B9F8-47DD-AEB2-469109946BEB}" dt="2026-01-19T15:42:42.403" v="439" actId="478"/>
          <ac:spMkLst>
            <pc:docMk/>
            <pc:sldMk cId="1076765229" sldId="801"/>
            <ac:spMk id="2" creationId="{889BC461-59FD-1066-2740-B9C2EBA58F14}"/>
          </ac:spMkLst>
        </pc:spChg>
        <pc:spChg chg="mod">
          <ac:chgData name="srikeertan20@outlook.com" userId="078cb9122586e1db" providerId="LiveId" clId="{4FA401DD-B9F8-47DD-AEB2-469109946BEB}" dt="2026-01-19T15:47:35.183" v="605" actId="1076"/>
          <ac:spMkLst>
            <pc:docMk/>
            <pc:sldMk cId="1076765229" sldId="801"/>
            <ac:spMk id="3" creationId="{1E2FE7E8-FD0B-C7F5-4878-380009E0933B}"/>
          </ac:spMkLst>
        </pc:spChg>
      </pc:sldChg>
      <pc:sldChg chg="modSp new mod">
        <pc:chgData name="srikeertan20@outlook.com" userId="078cb9122586e1db" providerId="LiveId" clId="{4FA401DD-B9F8-47DD-AEB2-469109946BEB}" dt="2026-01-19T16:40:55.252" v="761"/>
        <pc:sldMkLst>
          <pc:docMk/>
          <pc:sldMk cId="1139844581" sldId="802"/>
        </pc:sldMkLst>
        <pc:spChg chg="mod">
          <ac:chgData name="srikeertan20@outlook.com" userId="078cb9122586e1db" providerId="LiveId" clId="{4FA401DD-B9F8-47DD-AEB2-469109946BEB}" dt="2026-01-19T16:40:46.368" v="757" actId="404"/>
          <ac:spMkLst>
            <pc:docMk/>
            <pc:sldMk cId="1139844581" sldId="802"/>
            <ac:spMk id="2" creationId="{6707E845-F9DB-E969-30E9-39B0DE231470}"/>
          </ac:spMkLst>
        </pc:spChg>
        <pc:spChg chg="mod">
          <ac:chgData name="srikeertan20@outlook.com" userId="078cb9122586e1db" providerId="LiveId" clId="{4FA401DD-B9F8-47DD-AEB2-469109946BEB}" dt="2026-01-19T16:40:55.252" v="761"/>
          <ac:spMkLst>
            <pc:docMk/>
            <pc:sldMk cId="1139844581" sldId="802"/>
            <ac:spMk id="3" creationId="{FE0DA9A8-A77A-A895-8BAC-C646AC25F56E}"/>
          </ac:spMkLst>
        </pc:spChg>
      </pc:sldChg>
      <pc:sldChg chg="modSp new mod">
        <pc:chgData name="srikeertan20@outlook.com" userId="078cb9122586e1db" providerId="LiveId" clId="{4FA401DD-B9F8-47DD-AEB2-469109946BEB}" dt="2026-01-19T17:00:43.835" v="815" actId="120"/>
        <pc:sldMkLst>
          <pc:docMk/>
          <pc:sldMk cId="2580272372" sldId="803"/>
        </pc:sldMkLst>
        <pc:spChg chg="mod">
          <ac:chgData name="srikeertan20@outlook.com" userId="078cb9122586e1db" providerId="LiveId" clId="{4FA401DD-B9F8-47DD-AEB2-469109946BEB}" dt="2026-01-19T16:59:39.966" v="799" actId="122"/>
          <ac:spMkLst>
            <pc:docMk/>
            <pc:sldMk cId="2580272372" sldId="803"/>
            <ac:spMk id="2" creationId="{1ECAADF7-4E80-461E-08D8-AD9F924CC861}"/>
          </ac:spMkLst>
        </pc:spChg>
        <pc:spChg chg="mod">
          <ac:chgData name="srikeertan20@outlook.com" userId="078cb9122586e1db" providerId="LiveId" clId="{4FA401DD-B9F8-47DD-AEB2-469109946BEB}" dt="2026-01-19T17:00:43.835" v="815" actId="120"/>
          <ac:spMkLst>
            <pc:docMk/>
            <pc:sldMk cId="2580272372" sldId="803"/>
            <ac:spMk id="3" creationId="{1CED2E3F-E37C-B729-962D-D454149A14F7}"/>
          </ac:spMkLst>
        </pc:spChg>
      </pc:sldChg>
      <pc:sldChg chg="addSp delSp modSp new mod">
        <pc:chgData name="srikeertan20@outlook.com" userId="078cb9122586e1db" providerId="LiveId" clId="{4FA401DD-B9F8-47DD-AEB2-469109946BEB}" dt="2026-01-19T17:09:33.021" v="915" actId="14100"/>
        <pc:sldMkLst>
          <pc:docMk/>
          <pc:sldMk cId="1091667323" sldId="804"/>
        </pc:sldMkLst>
        <pc:spChg chg="mod">
          <ac:chgData name="srikeertan20@outlook.com" userId="078cb9122586e1db" providerId="LiveId" clId="{4FA401DD-B9F8-47DD-AEB2-469109946BEB}" dt="2026-01-19T17:08:54.264" v="905" actId="122"/>
          <ac:spMkLst>
            <pc:docMk/>
            <pc:sldMk cId="1091667323" sldId="804"/>
            <ac:spMk id="2" creationId="{6AB7D52D-4DFA-F60F-9869-DA681F7AD410}"/>
          </ac:spMkLst>
        </pc:spChg>
        <pc:spChg chg="del">
          <ac:chgData name="srikeertan20@outlook.com" userId="078cb9122586e1db" providerId="LiveId" clId="{4FA401DD-B9F8-47DD-AEB2-469109946BEB}" dt="2026-01-19T17:08:55.662" v="906"/>
          <ac:spMkLst>
            <pc:docMk/>
            <pc:sldMk cId="1091667323" sldId="804"/>
            <ac:spMk id="3" creationId="{A4CDE345-625A-5548-5615-7CF89E5ABF6B}"/>
          </ac:spMkLst>
        </pc:spChg>
        <pc:picChg chg="add mod">
          <ac:chgData name="srikeertan20@outlook.com" userId="078cb9122586e1db" providerId="LiveId" clId="{4FA401DD-B9F8-47DD-AEB2-469109946BEB}" dt="2026-01-19T17:09:10.388" v="911" actId="14100"/>
          <ac:picMkLst>
            <pc:docMk/>
            <pc:sldMk cId="1091667323" sldId="804"/>
            <ac:picMk id="4" creationId="{2109124F-47D5-E127-1781-A10E80C24C6E}"/>
          </ac:picMkLst>
        </pc:picChg>
        <pc:picChg chg="add mod">
          <ac:chgData name="srikeertan20@outlook.com" userId="078cb9122586e1db" providerId="LiveId" clId="{4FA401DD-B9F8-47DD-AEB2-469109946BEB}" dt="2026-01-19T17:09:33.021" v="915" actId="14100"/>
          <ac:picMkLst>
            <pc:docMk/>
            <pc:sldMk cId="1091667323" sldId="804"/>
            <ac:picMk id="5" creationId="{4D2A1ECF-EADB-D078-1E46-BBA2FBA9863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1D7301-6411-DF2B-794E-45E04D05D7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B48B778B-8C9B-EE69-603A-7FCE40D6FE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B09D4492-4342-2B87-0CAD-243BCC343EDC}"/>
              </a:ext>
            </a:extLst>
          </p:cNvPr>
          <p:cNvSpPr>
            <a:spLocks noGrp="1"/>
          </p:cNvSpPr>
          <p:nvPr>
            <p:ph type="dt" sz="half" idx="10"/>
          </p:nvPr>
        </p:nvSpPr>
        <p:spPr/>
        <p:txBody>
          <a:bodyPr/>
          <a:lstStyle/>
          <a:p>
            <a:fld id="{D14445C3-587A-4C7B-845D-669A9618B930}" type="datetimeFigureOut">
              <a:rPr lang="en-IN" smtClean="0"/>
              <a:t>21-01-2026</a:t>
            </a:fld>
            <a:endParaRPr lang="en-IN" dirty="0"/>
          </a:p>
        </p:txBody>
      </p:sp>
      <p:sp>
        <p:nvSpPr>
          <p:cNvPr id="5" name="Footer Placeholder 4">
            <a:extLst>
              <a:ext uri="{FF2B5EF4-FFF2-40B4-BE49-F238E27FC236}">
                <a16:creationId xmlns:a16="http://schemas.microsoft.com/office/drawing/2014/main" xmlns="" id="{058742AE-DF6C-E47C-A8B1-2D4C78CE1E2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02A64586-AC0B-41AC-AE45-C06D60A421E2}"/>
              </a:ext>
            </a:extLst>
          </p:cNvPr>
          <p:cNvSpPr>
            <a:spLocks noGrp="1"/>
          </p:cNvSpPr>
          <p:nvPr>
            <p:ph type="sldNum" sz="quarter" idx="12"/>
          </p:nvPr>
        </p:nvSpPr>
        <p:spPr/>
        <p:txBody>
          <a:bodyPr/>
          <a:lstStyle/>
          <a:p>
            <a:fld id="{0308A559-5E83-462B-988C-EA98659358AF}" type="slidenum">
              <a:rPr lang="en-IN" smtClean="0"/>
              <a:t>‹#›</a:t>
            </a:fld>
            <a:endParaRPr lang="en-IN" dirty="0"/>
          </a:p>
        </p:txBody>
      </p:sp>
    </p:spTree>
    <p:extLst>
      <p:ext uri="{BB962C8B-B14F-4D97-AF65-F5344CB8AC3E}">
        <p14:creationId xmlns:p14="http://schemas.microsoft.com/office/powerpoint/2010/main" val="2027640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763CB9-6D30-A0D5-8B42-06A8FC005B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65CA537-3A11-09FF-621D-7295C5CFB7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BB8C329-3E0A-463E-1CF5-96AC6D99F471}"/>
              </a:ext>
            </a:extLst>
          </p:cNvPr>
          <p:cNvSpPr>
            <a:spLocks noGrp="1"/>
          </p:cNvSpPr>
          <p:nvPr>
            <p:ph type="dt" sz="half" idx="10"/>
          </p:nvPr>
        </p:nvSpPr>
        <p:spPr/>
        <p:txBody>
          <a:bodyPr/>
          <a:lstStyle/>
          <a:p>
            <a:fld id="{D14445C3-587A-4C7B-845D-669A9618B930}" type="datetimeFigureOut">
              <a:rPr lang="en-IN" smtClean="0"/>
              <a:t>21-01-2026</a:t>
            </a:fld>
            <a:endParaRPr lang="en-IN" dirty="0"/>
          </a:p>
        </p:txBody>
      </p:sp>
      <p:sp>
        <p:nvSpPr>
          <p:cNvPr id="5" name="Footer Placeholder 4">
            <a:extLst>
              <a:ext uri="{FF2B5EF4-FFF2-40B4-BE49-F238E27FC236}">
                <a16:creationId xmlns:a16="http://schemas.microsoft.com/office/drawing/2014/main" xmlns="" id="{340B4D3B-C9EF-BADB-2159-CF61909938F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78F1F99B-DA69-107B-5F7A-449B99023A02}"/>
              </a:ext>
            </a:extLst>
          </p:cNvPr>
          <p:cNvSpPr>
            <a:spLocks noGrp="1"/>
          </p:cNvSpPr>
          <p:nvPr>
            <p:ph type="sldNum" sz="quarter" idx="12"/>
          </p:nvPr>
        </p:nvSpPr>
        <p:spPr/>
        <p:txBody>
          <a:bodyPr/>
          <a:lstStyle/>
          <a:p>
            <a:fld id="{0308A559-5E83-462B-988C-EA98659358AF}" type="slidenum">
              <a:rPr lang="en-IN" smtClean="0"/>
              <a:t>‹#›</a:t>
            </a:fld>
            <a:endParaRPr lang="en-IN" dirty="0"/>
          </a:p>
        </p:txBody>
      </p:sp>
    </p:spTree>
    <p:extLst>
      <p:ext uri="{BB962C8B-B14F-4D97-AF65-F5344CB8AC3E}">
        <p14:creationId xmlns:p14="http://schemas.microsoft.com/office/powerpoint/2010/main" val="20218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4EC8FD-4717-9D04-15D4-321974B494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0722FA7-15F3-4BE7-985D-F8C94CAA30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AFEEB6C-1BB5-9754-4710-C727DAC620EB}"/>
              </a:ext>
            </a:extLst>
          </p:cNvPr>
          <p:cNvSpPr>
            <a:spLocks noGrp="1"/>
          </p:cNvSpPr>
          <p:nvPr>
            <p:ph type="dt" sz="half" idx="10"/>
          </p:nvPr>
        </p:nvSpPr>
        <p:spPr/>
        <p:txBody>
          <a:bodyPr/>
          <a:lstStyle/>
          <a:p>
            <a:fld id="{D14445C3-587A-4C7B-845D-669A9618B930}" type="datetimeFigureOut">
              <a:rPr lang="en-IN" smtClean="0"/>
              <a:t>21-01-2026</a:t>
            </a:fld>
            <a:endParaRPr lang="en-IN" dirty="0"/>
          </a:p>
        </p:txBody>
      </p:sp>
      <p:sp>
        <p:nvSpPr>
          <p:cNvPr id="5" name="Footer Placeholder 4">
            <a:extLst>
              <a:ext uri="{FF2B5EF4-FFF2-40B4-BE49-F238E27FC236}">
                <a16:creationId xmlns:a16="http://schemas.microsoft.com/office/drawing/2014/main" xmlns="" id="{F5D10092-418B-B8E6-5E57-CF176046952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BA5B7D61-1191-F851-D032-7465CDA83BA2}"/>
              </a:ext>
            </a:extLst>
          </p:cNvPr>
          <p:cNvSpPr>
            <a:spLocks noGrp="1"/>
          </p:cNvSpPr>
          <p:nvPr>
            <p:ph type="sldNum" sz="quarter" idx="12"/>
          </p:nvPr>
        </p:nvSpPr>
        <p:spPr/>
        <p:txBody>
          <a:bodyPr/>
          <a:lstStyle/>
          <a:p>
            <a:fld id="{0308A559-5E83-462B-988C-EA98659358AF}" type="slidenum">
              <a:rPr lang="en-IN" smtClean="0"/>
              <a:t>‹#›</a:t>
            </a:fld>
            <a:endParaRPr lang="en-IN" dirty="0"/>
          </a:p>
        </p:txBody>
      </p:sp>
    </p:spTree>
    <p:extLst>
      <p:ext uri="{BB962C8B-B14F-4D97-AF65-F5344CB8AC3E}">
        <p14:creationId xmlns:p14="http://schemas.microsoft.com/office/powerpoint/2010/main" val="1968261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B89917-8C3D-A485-7799-5DE7A9D5C1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A5CF328-9641-1759-2AB9-CFC2EE2E80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D897893F-FBBD-08CF-C44A-FE80613E8D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8A85548E-9AB6-DE17-2397-AA133DCE9494}"/>
              </a:ext>
            </a:extLst>
          </p:cNvPr>
          <p:cNvSpPr>
            <a:spLocks noGrp="1"/>
          </p:cNvSpPr>
          <p:nvPr>
            <p:ph type="dt" sz="half" idx="10"/>
          </p:nvPr>
        </p:nvSpPr>
        <p:spPr/>
        <p:txBody>
          <a:bodyPr/>
          <a:lstStyle/>
          <a:p>
            <a:fld id="{D14445C3-587A-4C7B-845D-669A9618B930}" type="datetimeFigureOut">
              <a:rPr lang="en-IN" smtClean="0"/>
              <a:t>21-01-2026</a:t>
            </a:fld>
            <a:endParaRPr lang="en-IN" dirty="0"/>
          </a:p>
        </p:txBody>
      </p:sp>
      <p:sp>
        <p:nvSpPr>
          <p:cNvPr id="6" name="Footer Placeholder 5">
            <a:extLst>
              <a:ext uri="{FF2B5EF4-FFF2-40B4-BE49-F238E27FC236}">
                <a16:creationId xmlns:a16="http://schemas.microsoft.com/office/drawing/2014/main" xmlns="" id="{CB5472AC-395F-1FEC-E06F-CF16921D72EB}"/>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B6195C30-17E1-5818-687E-F67836D49C7F}"/>
              </a:ext>
            </a:extLst>
          </p:cNvPr>
          <p:cNvSpPr>
            <a:spLocks noGrp="1"/>
          </p:cNvSpPr>
          <p:nvPr>
            <p:ph type="sldNum" sz="quarter" idx="12"/>
          </p:nvPr>
        </p:nvSpPr>
        <p:spPr/>
        <p:txBody>
          <a:bodyPr/>
          <a:lstStyle/>
          <a:p>
            <a:fld id="{0308A559-5E83-462B-988C-EA98659358AF}" type="slidenum">
              <a:rPr lang="en-IN" smtClean="0"/>
              <a:t>‹#›</a:t>
            </a:fld>
            <a:endParaRPr lang="en-IN" dirty="0"/>
          </a:p>
        </p:txBody>
      </p:sp>
    </p:spTree>
    <p:extLst>
      <p:ext uri="{BB962C8B-B14F-4D97-AF65-F5344CB8AC3E}">
        <p14:creationId xmlns:p14="http://schemas.microsoft.com/office/powerpoint/2010/main" val="3463390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D2CD8B-2C60-F851-5A27-382FCE3296E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4F1903D6-2A47-653A-6FF2-99CD2BBF54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C9B40C3-4097-0038-DFCB-8B2EC5E942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77BF78DD-6B02-86CE-BFD5-7A04752BFB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60C15994-2046-38B1-7E82-7313868449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9F709D75-8011-2522-989E-EABD1E6681D8}"/>
              </a:ext>
            </a:extLst>
          </p:cNvPr>
          <p:cNvSpPr>
            <a:spLocks noGrp="1"/>
          </p:cNvSpPr>
          <p:nvPr>
            <p:ph type="dt" sz="half" idx="10"/>
          </p:nvPr>
        </p:nvSpPr>
        <p:spPr/>
        <p:txBody>
          <a:bodyPr/>
          <a:lstStyle/>
          <a:p>
            <a:fld id="{D14445C3-587A-4C7B-845D-669A9618B930}" type="datetimeFigureOut">
              <a:rPr lang="en-IN" smtClean="0"/>
              <a:t>21-01-2026</a:t>
            </a:fld>
            <a:endParaRPr lang="en-IN" dirty="0"/>
          </a:p>
        </p:txBody>
      </p:sp>
      <p:sp>
        <p:nvSpPr>
          <p:cNvPr id="8" name="Footer Placeholder 7">
            <a:extLst>
              <a:ext uri="{FF2B5EF4-FFF2-40B4-BE49-F238E27FC236}">
                <a16:creationId xmlns:a16="http://schemas.microsoft.com/office/drawing/2014/main" xmlns="" id="{8998F947-27DC-9C63-DC8D-9F3CC0617078}"/>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xmlns="" id="{CCCFC58E-2D1D-A36D-EEB5-AEF4FE295880}"/>
              </a:ext>
            </a:extLst>
          </p:cNvPr>
          <p:cNvSpPr>
            <a:spLocks noGrp="1"/>
          </p:cNvSpPr>
          <p:nvPr>
            <p:ph type="sldNum" sz="quarter" idx="12"/>
          </p:nvPr>
        </p:nvSpPr>
        <p:spPr/>
        <p:txBody>
          <a:bodyPr/>
          <a:lstStyle/>
          <a:p>
            <a:fld id="{0308A559-5E83-462B-988C-EA98659358AF}" type="slidenum">
              <a:rPr lang="en-IN" smtClean="0"/>
              <a:t>‹#›</a:t>
            </a:fld>
            <a:endParaRPr lang="en-IN" dirty="0"/>
          </a:p>
        </p:txBody>
      </p:sp>
    </p:spTree>
    <p:extLst>
      <p:ext uri="{BB962C8B-B14F-4D97-AF65-F5344CB8AC3E}">
        <p14:creationId xmlns:p14="http://schemas.microsoft.com/office/powerpoint/2010/main" val="1941230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9459CF-E491-0206-ADBE-2EDB061DDED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D9F529EA-4CED-A5BC-EC53-FFD727B32AA2}"/>
              </a:ext>
            </a:extLst>
          </p:cNvPr>
          <p:cNvSpPr>
            <a:spLocks noGrp="1"/>
          </p:cNvSpPr>
          <p:nvPr>
            <p:ph type="dt" sz="half" idx="10"/>
          </p:nvPr>
        </p:nvSpPr>
        <p:spPr/>
        <p:txBody>
          <a:bodyPr/>
          <a:lstStyle/>
          <a:p>
            <a:fld id="{D14445C3-587A-4C7B-845D-669A9618B930}" type="datetimeFigureOut">
              <a:rPr lang="en-IN" smtClean="0"/>
              <a:t>21-01-2026</a:t>
            </a:fld>
            <a:endParaRPr lang="en-IN" dirty="0"/>
          </a:p>
        </p:txBody>
      </p:sp>
      <p:sp>
        <p:nvSpPr>
          <p:cNvPr id="4" name="Footer Placeholder 3">
            <a:extLst>
              <a:ext uri="{FF2B5EF4-FFF2-40B4-BE49-F238E27FC236}">
                <a16:creationId xmlns:a16="http://schemas.microsoft.com/office/drawing/2014/main" xmlns="" id="{3FF14BCC-E83F-BF87-8FA2-413B9BF982BD}"/>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xmlns="" id="{D235C354-1793-73CE-EB51-4F51FDCEC829}"/>
              </a:ext>
            </a:extLst>
          </p:cNvPr>
          <p:cNvSpPr>
            <a:spLocks noGrp="1"/>
          </p:cNvSpPr>
          <p:nvPr>
            <p:ph type="sldNum" sz="quarter" idx="12"/>
          </p:nvPr>
        </p:nvSpPr>
        <p:spPr/>
        <p:txBody>
          <a:bodyPr/>
          <a:lstStyle/>
          <a:p>
            <a:fld id="{0308A559-5E83-462B-988C-EA98659358AF}" type="slidenum">
              <a:rPr lang="en-IN" smtClean="0"/>
              <a:t>‹#›</a:t>
            </a:fld>
            <a:endParaRPr lang="en-IN" dirty="0"/>
          </a:p>
        </p:txBody>
      </p:sp>
    </p:spTree>
    <p:extLst>
      <p:ext uri="{BB962C8B-B14F-4D97-AF65-F5344CB8AC3E}">
        <p14:creationId xmlns:p14="http://schemas.microsoft.com/office/powerpoint/2010/main" val="968266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D45C5EC8-6ECA-148D-FEE7-6A26EA40EEE5}"/>
              </a:ext>
            </a:extLst>
          </p:cNvPr>
          <p:cNvSpPr>
            <a:spLocks noGrp="1"/>
          </p:cNvSpPr>
          <p:nvPr>
            <p:ph type="dt" sz="half" idx="10"/>
          </p:nvPr>
        </p:nvSpPr>
        <p:spPr/>
        <p:txBody>
          <a:bodyPr/>
          <a:lstStyle/>
          <a:p>
            <a:fld id="{D14445C3-587A-4C7B-845D-669A9618B930}" type="datetimeFigureOut">
              <a:rPr lang="en-IN" smtClean="0"/>
              <a:t>21-01-2026</a:t>
            </a:fld>
            <a:endParaRPr lang="en-IN" dirty="0"/>
          </a:p>
        </p:txBody>
      </p:sp>
      <p:sp>
        <p:nvSpPr>
          <p:cNvPr id="3" name="Footer Placeholder 2">
            <a:extLst>
              <a:ext uri="{FF2B5EF4-FFF2-40B4-BE49-F238E27FC236}">
                <a16:creationId xmlns:a16="http://schemas.microsoft.com/office/drawing/2014/main" xmlns="" id="{D3F5A6EC-022B-A714-B25F-40FEC56BCA6A}"/>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xmlns="" id="{055F492F-F108-7E75-FDDE-E3CECE8625E2}"/>
              </a:ext>
            </a:extLst>
          </p:cNvPr>
          <p:cNvSpPr>
            <a:spLocks noGrp="1"/>
          </p:cNvSpPr>
          <p:nvPr>
            <p:ph type="sldNum" sz="quarter" idx="12"/>
          </p:nvPr>
        </p:nvSpPr>
        <p:spPr/>
        <p:txBody>
          <a:bodyPr/>
          <a:lstStyle/>
          <a:p>
            <a:fld id="{0308A559-5E83-462B-988C-EA98659358AF}" type="slidenum">
              <a:rPr lang="en-IN" smtClean="0"/>
              <a:t>‹#›</a:t>
            </a:fld>
            <a:endParaRPr lang="en-IN" dirty="0"/>
          </a:p>
        </p:txBody>
      </p:sp>
    </p:spTree>
    <p:extLst>
      <p:ext uri="{BB962C8B-B14F-4D97-AF65-F5344CB8AC3E}">
        <p14:creationId xmlns:p14="http://schemas.microsoft.com/office/powerpoint/2010/main" val="1085533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217535-4CF8-CC08-AF75-C04FAA8E93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74651FF-62D9-3795-1EAB-634642AB3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CD3A565F-5F19-7F67-9682-8EB27FFAFB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FEE2CB8-2F31-043D-6291-8D5A6A23AAE6}"/>
              </a:ext>
            </a:extLst>
          </p:cNvPr>
          <p:cNvSpPr>
            <a:spLocks noGrp="1"/>
          </p:cNvSpPr>
          <p:nvPr>
            <p:ph type="dt" sz="half" idx="10"/>
          </p:nvPr>
        </p:nvSpPr>
        <p:spPr/>
        <p:txBody>
          <a:bodyPr/>
          <a:lstStyle/>
          <a:p>
            <a:fld id="{D14445C3-587A-4C7B-845D-669A9618B930}" type="datetimeFigureOut">
              <a:rPr lang="en-IN" smtClean="0"/>
              <a:t>21-01-2026</a:t>
            </a:fld>
            <a:endParaRPr lang="en-IN" dirty="0"/>
          </a:p>
        </p:txBody>
      </p:sp>
      <p:sp>
        <p:nvSpPr>
          <p:cNvPr id="6" name="Footer Placeholder 5">
            <a:extLst>
              <a:ext uri="{FF2B5EF4-FFF2-40B4-BE49-F238E27FC236}">
                <a16:creationId xmlns:a16="http://schemas.microsoft.com/office/drawing/2014/main" xmlns="" id="{E0738741-B850-F872-06BE-CE1D6487CAF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A3AB4035-88CD-E5EF-0395-E5EF60F4C214}"/>
              </a:ext>
            </a:extLst>
          </p:cNvPr>
          <p:cNvSpPr>
            <a:spLocks noGrp="1"/>
          </p:cNvSpPr>
          <p:nvPr>
            <p:ph type="sldNum" sz="quarter" idx="12"/>
          </p:nvPr>
        </p:nvSpPr>
        <p:spPr/>
        <p:txBody>
          <a:bodyPr/>
          <a:lstStyle/>
          <a:p>
            <a:fld id="{0308A559-5E83-462B-988C-EA98659358AF}" type="slidenum">
              <a:rPr lang="en-IN" smtClean="0"/>
              <a:t>‹#›</a:t>
            </a:fld>
            <a:endParaRPr lang="en-IN" dirty="0"/>
          </a:p>
        </p:txBody>
      </p:sp>
    </p:spTree>
    <p:extLst>
      <p:ext uri="{BB962C8B-B14F-4D97-AF65-F5344CB8AC3E}">
        <p14:creationId xmlns:p14="http://schemas.microsoft.com/office/powerpoint/2010/main" val="999933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1CC533-BECC-0AA1-D226-FD007F4855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A8E627A7-8290-1F48-3BC0-F2130079CE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xmlns="" id="{CC047F97-B163-5E9F-0817-A45B378877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6C0469C-EE12-952C-9D21-D86B280AF720}"/>
              </a:ext>
            </a:extLst>
          </p:cNvPr>
          <p:cNvSpPr>
            <a:spLocks noGrp="1"/>
          </p:cNvSpPr>
          <p:nvPr>
            <p:ph type="dt" sz="half" idx="10"/>
          </p:nvPr>
        </p:nvSpPr>
        <p:spPr/>
        <p:txBody>
          <a:bodyPr/>
          <a:lstStyle/>
          <a:p>
            <a:fld id="{D14445C3-587A-4C7B-845D-669A9618B930}" type="datetimeFigureOut">
              <a:rPr lang="en-IN" smtClean="0"/>
              <a:t>21-01-2026</a:t>
            </a:fld>
            <a:endParaRPr lang="en-IN" dirty="0"/>
          </a:p>
        </p:txBody>
      </p:sp>
      <p:sp>
        <p:nvSpPr>
          <p:cNvPr id="6" name="Footer Placeholder 5">
            <a:extLst>
              <a:ext uri="{FF2B5EF4-FFF2-40B4-BE49-F238E27FC236}">
                <a16:creationId xmlns:a16="http://schemas.microsoft.com/office/drawing/2014/main" xmlns="" id="{E7F97FCC-3C9C-AA29-4A0B-55DC679BF4CF}"/>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10837627-DCCA-FFDE-CAF6-860C73EA945E}"/>
              </a:ext>
            </a:extLst>
          </p:cNvPr>
          <p:cNvSpPr>
            <a:spLocks noGrp="1"/>
          </p:cNvSpPr>
          <p:nvPr>
            <p:ph type="sldNum" sz="quarter" idx="12"/>
          </p:nvPr>
        </p:nvSpPr>
        <p:spPr/>
        <p:txBody>
          <a:bodyPr/>
          <a:lstStyle/>
          <a:p>
            <a:fld id="{0308A559-5E83-462B-988C-EA98659358AF}" type="slidenum">
              <a:rPr lang="en-IN" smtClean="0"/>
              <a:t>‹#›</a:t>
            </a:fld>
            <a:endParaRPr lang="en-IN" dirty="0"/>
          </a:p>
        </p:txBody>
      </p:sp>
    </p:spTree>
    <p:extLst>
      <p:ext uri="{BB962C8B-B14F-4D97-AF65-F5344CB8AC3E}">
        <p14:creationId xmlns:p14="http://schemas.microsoft.com/office/powerpoint/2010/main" val="1091203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84BC54-0DCC-8ADD-30AD-F9A9405F9B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E8FE09E-AFF4-5A1A-2BA3-191C64B005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E0486B6-D66A-61E7-AA77-FA147EAD48B4}"/>
              </a:ext>
            </a:extLst>
          </p:cNvPr>
          <p:cNvSpPr>
            <a:spLocks noGrp="1"/>
          </p:cNvSpPr>
          <p:nvPr>
            <p:ph type="dt" sz="half" idx="10"/>
          </p:nvPr>
        </p:nvSpPr>
        <p:spPr/>
        <p:txBody>
          <a:bodyPr/>
          <a:lstStyle/>
          <a:p>
            <a:fld id="{D14445C3-587A-4C7B-845D-669A9618B930}" type="datetimeFigureOut">
              <a:rPr lang="en-IN" smtClean="0"/>
              <a:t>21-01-2026</a:t>
            </a:fld>
            <a:endParaRPr lang="en-IN" dirty="0"/>
          </a:p>
        </p:txBody>
      </p:sp>
      <p:sp>
        <p:nvSpPr>
          <p:cNvPr id="5" name="Footer Placeholder 4">
            <a:extLst>
              <a:ext uri="{FF2B5EF4-FFF2-40B4-BE49-F238E27FC236}">
                <a16:creationId xmlns:a16="http://schemas.microsoft.com/office/drawing/2014/main" xmlns="" id="{5A98A60F-CD84-DCD5-C9D2-A11C29453E0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41623EDF-7A91-E2B2-1CEC-D923A1F5CF9E}"/>
              </a:ext>
            </a:extLst>
          </p:cNvPr>
          <p:cNvSpPr>
            <a:spLocks noGrp="1"/>
          </p:cNvSpPr>
          <p:nvPr>
            <p:ph type="sldNum" sz="quarter" idx="12"/>
          </p:nvPr>
        </p:nvSpPr>
        <p:spPr/>
        <p:txBody>
          <a:bodyPr/>
          <a:lstStyle/>
          <a:p>
            <a:fld id="{0308A559-5E83-462B-988C-EA98659358AF}" type="slidenum">
              <a:rPr lang="en-IN" smtClean="0"/>
              <a:t>‹#›</a:t>
            </a:fld>
            <a:endParaRPr lang="en-IN" dirty="0"/>
          </a:p>
        </p:txBody>
      </p:sp>
    </p:spTree>
    <p:extLst>
      <p:ext uri="{BB962C8B-B14F-4D97-AF65-F5344CB8AC3E}">
        <p14:creationId xmlns:p14="http://schemas.microsoft.com/office/powerpoint/2010/main" val="4230392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801D69D7-9F1C-3382-B007-3DB6058A1E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0842679E-8C1C-6CEF-D064-09A56BBFE1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4382F8A-8054-A44F-E8D6-E76AAD9CD3D0}"/>
              </a:ext>
            </a:extLst>
          </p:cNvPr>
          <p:cNvSpPr>
            <a:spLocks noGrp="1"/>
          </p:cNvSpPr>
          <p:nvPr>
            <p:ph type="dt" sz="half" idx="10"/>
          </p:nvPr>
        </p:nvSpPr>
        <p:spPr/>
        <p:txBody>
          <a:bodyPr/>
          <a:lstStyle/>
          <a:p>
            <a:fld id="{D14445C3-587A-4C7B-845D-669A9618B930}" type="datetimeFigureOut">
              <a:rPr lang="en-IN" smtClean="0"/>
              <a:t>21-01-2026</a:t>
            </a:fld>
            <a:endParaRPr lang="en-IN" dirty="0"/>
          </a:p>
        </p:txBody>
      </p:sp>
      <p:sp>
        <p:nvSpPr>
          <p:cNvPr id="5" name="Footer Placeholder 4">
            <a:extLst>
              <a:ext uri="{FF2B5EF4-FFF2-40B4-BE49-F238E27FC236}">
                <a16:creationId xmlns:a16="http://schemas.microsoft.com/office/drawing/2014/main" xmlns="" id="{3F06E9B2-D2D3-89EF-30CA-E31483D2A38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4703BF56-461C-E09D-1740-1B03B864FB11}"/>
              </a:ext>
            </a:extLst>
          </p:cNvPr>
          <p:cNvSpPr>
            <a:spLocks noGrp="1"/>
          </p:cNvSpPr>
          <p:nvPr>
            <p:ph type="sldNum" sz="quarter" idx="12"/>
          </p:nvPr>
        </p:nvSpPr>
        <p:spPr/>
        <p:txBody>
          <a:bodyPr/>
          <a:lstStyle/>
          <a:p>
            <a:fld id="{0308A559-5E83-462B-988C-EA98659358AF}" type="slidenum">
              <a:rPr lang="en-IN" smtClean="0"/>
              <a:t>‹#›</a:t>
            </a:fld>
            <a:endParaRPr lang="en-IN" dirty="0"/>
          </a:p>
        </p:txBody>
      </p:sp>
    </p:spTree>
    <p:extLst>
      <p:ext uri="{BB962C8B-B14F-4D97-AF65-F5344CB8AC3E}">
        <p14:creationId xmlns:p14="http://schemas.microsoft.com/office/powerpoint/2010/main" val="2037694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03F7FE5-4FB5-FA6A-D4DA-F9B3C1861C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D0F3126-6957-CE53-E894-A039EC6B12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72B28C2-D48F-D5DF-215C-5215C69B1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4445C3-587A-4C7B-845D-669A9618B930}" type="datetimeFigureOut">
              <a:rPr lang="en-IN" smtClean="0"/>
              <a:t>21-01-2026</a:t>
            </a:fld>
            <a:endParaRPr lang="en-IN" dirty="0"/>
          </a:p>
        </p:txBody>
      </p:sp>
      <p:sp>
        <p:nvSpPr>
          <p:cNvPr id="5" name="Footer Placeholder 4">
            <a:extLst>
              <a:ext uri="{FF2B5EF4-FFF2-40B4-BE49-F238E27FC236}">
                <a16:creationId xmlns:a16="http://schemas.microsoft.com/office/drawing/2014/main" xmlns="" id="{C3167291-1748-35B8-22C5-980994FA9A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xmlns="" id="{EB60E871-BF85-7046-6756-17F9AE338B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08A559-5E83-462B-988C-EA98659358AF}" type="slidenum">
              <a:rPr lang="en-IN" smtClean="0"/>
              <a:t>‹#›</a:t>
            </a:fld>
            <a:endParaRPr lang="en-IN" dirty="0"/>
          </a:p>
        </p:txBody>
      </p:sp>
    </p:spTree>
    <p:extLst>
      <p:ext uri="{BB962C8B-B14F-4D97-AF65-F5344CB8AC3E}">
        <p14:creationId xmlns:p14="http://schemas.microsoft.com/office/powerpoint/2010/main" val="1424291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image2.jpg">
            <a:extLst>
              <a:ext uri="{FF2B5EF4-FFF2-40B4-BE49-F238E27FC236}">
                <a16:creationId xmlns:a16="http://schemas.microsoft.com/office/drawing/2014/main" xmlns="" id="{663F759D-B900-42CE-B030-8F4D88C8D3C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6979" y="0"/>
            <a:ext cx="1835019" cy="133453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xmlns="" id="{34171B3D-41F2-4B45-860B-5E3607A31D49}"/>
              </a:ext>
            </a:extLst>
          </p:cNvPr>
          <p:cNvSpPr txBox="1"/>
          <p:nvPr/>
        </p:nvSpPr>
        <p:spPr>
          <a:xfrm>
            <a:off x="2220916" y="94410"/>
            <a:ext cx="7095897" cy="1485022"/>
          </a:xfrm>
          <a:prstGeom prst="rect">
            <a:avLst/>
          </a:prstGeom>
          <a:noFill/>
        </p:spPr>
        <p:txBody>
          <a:bodyPr wrap="square">
            <a:spAutoFit/>
          </a:bodyPr>
          <a:lstStyle/>
          <a:p>
            <a:pPr marR="16510" algn="ctr">
              <a:spcBef>
                <a:spcPts val="365"/>
              </a:spcBef>
              <a:spcAft>
                <a:spcPts val="250"/>
              </a:spcAft>
            </a:pP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St. MARTIN’S ENGINEERING COLLEGE</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Times New Roman" panose="02020603050405020304" pitchFamily="18" charset="0"/>
              </a:rPr>
              <a:t>UGC Autonomous </a:t>
            </a: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Mangal" panose="02040503050203030202" pitchFamily="18" charset="0"/>
              </a:rPr>
              <a:t>NBA &amp; NAAC A+ ACCREDITED</a:t>
            </a:r>
            <a:endParaRPr lang="en-IN" sz="1600" b="1" dirty="0">
              <a:latin typeface="Calibri" panose="020F0502020204030204" pitchFamily="34" charset="0"/>
              <a:ea typeface="Calibri" panose="020F0502020204030204" pitchFamily="34" charset="0"/>
              <a:cs typeface="Mangal" panose="02040503050203030202" pitchFamily="18" charset="0"/>
            </a:endParaRPr>
          </a:p>
          <a:p>
            <a:pPr marL="1143000" marR="1085850" indent="-2540" algn="ctr">
              <a:spcBef>
                <a:spcPts val="240"/>
              </a:spcBef>
              <a:spcAft>
                <a:spcPts val="25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Dhulapally, Secunderabad– 500100 </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Subtitle 2">
            <a:extLst>
              <a:ext uri="{FF2B5EF4-FFF2-40B4-BE49-F238E27FC236}">
                <a16:creationId xmlns:a16="http://schemas.microsoft.com/office/drawing/2014/main" xmlns="" id="{D76D3B75-5278-4020-9209-060C511363F8}"/>
              </a:ext>
            </a:extLst>
          </p:cNvPr>
          <p:cNvSpPr txBox="1">
            <a:spLocks/>
          </p:cNvSpPr>
          <p:nvPr/>
        </p:nvSpPr>
        <p:spPr>
          <a:xfrm>
            <a:off x="-1" y="2190941"/>
            <a:ext cx="12192000" cy="11005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b="1" dirty="0">
                <a:latin typeface="Times New Roman" panose="02020603050405020304" pitchFamily="18" charset="0"/>
                <a:cs typeface="Times New Roman" panose="02020603050405020304" pitchFamily="18" charset="0"/>
              </a:rPr>
              <a:t> </a:t>
            </a:r>
            <a:r>
              <a:rPr lang="en-US" sz="3600" b="1" dirty="0" smtClean="0">
                <a:latin typeface="Times New Roman" panose="02020603050405020304" pitchFamily="18" charset="0"/>
                <a:cs typeface="Times New Roman" panose="02020603050405020304" pitchFamily="18" charset="0"/>
              </a:rPr>
              <a:t>SMART DISEASE PREDICTION SYSTEM USING MACHINE LEARNING</a:t>
            </a:r>
            <a:endParaRPr lang="en-US" sz="36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xmlns="" id="{BBE8A074-7A92-49E2-B981-AE2FCEAEB324}"/>
              </a:ext>
            </a:extLst>
          </p:cNvPr>
          <p:cNvSpPr txBox="1"/>
          <p:nvPr/>
        </p:nvSpPr>
        <p:spPr>
          <a:xfrm>
            <a:off x="2540000" y="3291442"/>
            <a:ext cx="7531099" cy="1938992"/>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Batch No: </a:t>
            </a:r>
            <a:r>
              <a:rPr lang="en-US" sz="2400" b="1" dirty="0" smtClean="0">
                <a:latin typeface="Times New Roman" pitchFamily="18" charset="0"/>
                <a:cs typeface="Times New Roman" pitchFamily="18" charset="0"/>
              </a:rPr>
              <a:t>A06</a:t>
            </a:r>
            <a:endParaRPr lang="en-US" sz="2400" b="1" dirty="0">
              <a:latin typeface="Times New Roman" pitchFamily="18" charset="0"/>
              <a:cs typeface="Times New Roman" pitchFamily="18" charset="0"/>
            </a:endParaRPr>
          </a:p>
          <a:p>
            <a:pPr algn="ctr"/>
            <a:r>
              <a:rPr lang="en-US" sz="2400" b="1" dirty="0" smtClean="0">
                <a:latin typeface="Times New Roman" pitchFamily="18" charset="0"/>
                <a:cs typeface="Times New Roman" pitchFamily="18" charset="0"/>
              </a:rPr>
              <a:t>1. </a:t>
            </a:r>
            <a:r>
              <a:rPr lang="en-US" sz="2400" b="1" dirty="0" err="1" smtClean="0">
                <a:latin typeface="Times New Roman" pitchFamily="18" charset="0"/>
                <a:cs typeface="Times New Roman" pitchFamily="18" charset="0"/>
              </a:rPr>
              <a:t>Gouti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Swetha</a:t>
            </a:r>
            <a:r>
              <a:rPr lang="en-US" sz="2400" b="1"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  	22K81A0521</a:t>
            </a:r>
            <a:endParaRPr lang="en-US" sz="2400" b="1" dirty="0">
              <a:latin typeface="Times New Roman" pitchFamily="18" charset="0"/>
              <a:cs typeface="Times New Roman" pitchFamily="18" charset="0"/>
            </a:endParaRPr>
          </a:p>
          <a:p>
            <a:pPr algn="ctr"/>
            <a:r>
              <a:rPr lang="en-US" sz="2400" b="1" dirty="0" smtClean="0">
                <a:latin typeface="Times New Roman" pitchFamily="18" charset="0"/>
                <a:cs typeface="Times New Roman" pitchFamily="18" charset="0"/>
              </a:rPr>
              <a:t>2</a:t>
            </a:r>
            <a:r>
              <a:rPr lang="en-US" sz="2400" b="1" dirty="0">
                <a:latin typeface="Times New Roman" pitchFamily="18" charset="0"/>
                <a:cs typeface="Times New Roman" pitchFamily="18" charset="0"/>
              </a:rPr>
              <a:t>. </a:t>
            </a:r>
            <a:r>
              <a:rPr lang="en-US" sz="2400" b="1" dirty="0" smtClean="0">
                <a:latin typeface="Times New Roman" pitchFamily="18" charset="0"/>
                <a:cs typeface="Times New Roman" pitchFamily="18" charset="0"/>
              </a:rPr>
              <a:t>Kola </a:t>
            </a:r>
            <a:r>
              <a:rPr lang="en-US" sz="2400" b="1" dirty="0" err="1" smtClean="0">
                <a:latin typeface="Times New Roman" pitchFamily="18" charset="0"/>
                <a:cs typeface="Times New Roman" pitchFamily="18" charset="0"/>
              </a:rPr>
              <a:t>Venkat</a:t>
            </a:r>
            <a:r>
              <a:rPr lang="en-US" sz="2400" b="1" dirty="0" smtClean="0">
                <a:latin typeface="Times New Roman" pitchFamily="18" charset="0"/>
                <a:cs typeface="Times New Roman" pitchFamily="18" charset="0"/>
              </a:rPr>
              <a:t> Abhinay        	22K81A0530</a:t>
            </a:r>
            <a:endParaRPr lang="en-US" sz="2400" b="1" dirty="0">
              <a:latin typeface="Times New Roman" pitchFamily="18" charset="0"/>
              <a:cs typeface="Times New Roman" pitchFamily="18" charset="0"/>
            </a:endParaRPr>
          </a:p>
          <a:p>
            <a:pPr algn="ctr"/>
            <a:r>
              <a:rPr lang="en-US" sz="2400" b="1" dirty="0">
                <a:latin typeface="Times New Roman" pitchFamily="18" charset="0"/>
                <a:cs typeface="Times New Roman" pitchFamily="18" charset="0"/>
              </a:rPr>
              <a:t>3. </a:t>
            </a:r>
            <a:r>
              <a:rPr lang="en-US" sz="2400" b="1" dirty="0" err="1" smtClean="0">
                <a:latin typeface="Times New Roman" pitchFamily="18" charset="0"/>
                <a:cs typeface="Times New Roman" pitchFamily="18" charset="0"/>
              </a:rPr>
              <a:t>Yathirajam</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Srivalli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Sharanya</a:t>
            </a:r>
            <a:r>
              <a:rPr lang="en-US" sz="2400" b="1" dirty="0" smtClean="0">
                <a:latin typeface="Times New Roman" pitchFamily="18" charset="0"/>
                <a:cs typeface="Times New Roman" pitchFamily="18" charset="0"/>
              </a:rPr>
              <a:t> </a:t>
            </a:r>
            <a:r>
              <a:rPr lang="en-US" sz="2400" b="1" dirty="0">
                <a:latin typeface="Times New Roman" pitchFamily="18" charset="0"/>
                <a:cs typeface="Times New Roman" pitchFamily="18" charset="0"/>
              </a:rPr>
              <a:t>	</a:t>
            </a:r>
            <a:r>
              <a:rPr lang="en-US" sz="2400" b="1" dirty="0" smtClean="0">
                <a:latin typeface="Times New Roman" pitchFamily="18" charset="0"/>
                <a:cs typeface="Times New Roman" pitchFamily="18" charset="0"/>
              </a:rPr>
              <a:t>22K81A0564</a:t>
            </a:r>
            <a:endParaRPr lang="en-US" sz="2400" b="1" dirty="0">
              <a:latin typeface="Times New Roman" pitchFamily="18" charset="0"/>
              <a:cs typeface="Times New Roman" pitchFamily="18" charset="0"/>
            </a:endParaRPr>
          </a:p>
          <a:p>
            <a:pPr algn="ctr"/>
            <a:endParaRPr lang="en-US" sz="2400" b="1" dirty="0">
              <a:latin typeface="Times New Roman" pitchFamily="18" charset="0"/>
              <a:cs typeface="Times New Roman" pitchFamily="18" charset="0"/>
            </a:endParaRPr>
          </a:p>
        </p:txBody>
      </p:sp>
      <p:sp>
        <p:nvSpPr>
          <p:cNvPr id="16" name="TextBox 15">
            <a:extLst>
              <a:ext uri="{FF2B5EF4-FFF2-40B4-BE49-F238E27FC236}">
                <a16:creationId xmlns:a16="http://schemas.microsoft.com/office/drawing/2014/main" xmlns="" id="{814846BF-F4EE-4ADF-8E6D-318E4ACE8748}"/>
              </a:ext>
            </a:extLst>
          </p:cNvPr>
          <p:cNvSpPr txBox="1"/>
          <p:nvPr/>
        </p:nvSpPr>
        <p:spPr>
          <a:xfrm>
            <a:off x="0" y="5288340"/>
            <a:ext cx="12191999" cy="1569660"/>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Under the Guidance of</a:t>
            </a:r>
          </a:p>
          <a:p>
            <a:pPr algn="ctr"/>
            <a:r>
              <a:rPr lang="en-IN" sz="2400" b="1" dirty="0" err="1" smtClean="0">
                <a:latin typeface="Times New Roman" panose="02020603050405020304" pitchFamily="18" charset="0"/>
                <a:cs typeface="Times New Roman" panose="02020603050405020304" pitchFamily="18" charset="0"/>
              </a:rPr>
              <a:t>Mr.</a:t>
            </a:r>
            <a:r>
              <a:rPr lang="en-IN" sz="2400" b="1" dirty="0" smtClean="0">
                <a:latin typeface="Times New Roman" panose="02020603050405020304" pitchFamily="18" charset="0"/>
                <a:cs typeface="Times New Roman" panose="02020603050405020304" pitchFamily="18" charset="0"/>
              </a:rPr>
              <a:t> K. </a:t>
            </a:r>
            <a:r>
              <a:rPr lang="en-IN" sz="2400" b="1" dirty="0" err="1" smtClean="0">
                <a:latin typeface="Times New Roman" panose="02020603050405020304" pitchFamily="18" charset="0"/>
                <a:cs typeface="Times New Roman" panose="02020603050405020304" pitchFamily="18" charset="0"/>
              </a:rPr>
              <a:t>Ganapathi</a:t>
            </a:r>
            <a:r>
              <a:rPr lang="en-IN" sz="2400" b="1" dirty="0" smtClean="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B</a:t>
            </a:r>
            <a:r>
              <a:rPr lang="en-IN" sz="2400" b="1" dirty="0" err="1" smtClean="0">
                <a:latin typeface="Times New Roman" panose="02020603050405020304" pitchFamily="18" charset="0"/>
                <a:cs typeface="Times New Roman" panose="02020603050405020304" pitchFamily="18" charset="0"/>
              </a:rPr>
              <a:t>abu</a:t>
            </a:r>
            <a:endParaRPr lang="en-US" sz="3200" b="1" dirty="0">
              <a:latin typeface="Times New Roman" panose="02020603050405020304" pitchFamily="18" charset="0"/>
              <a:cs typeface="Times New Roman" panose="02020603050405020304" pitchFamily="18" charset="0"/>
            </a:endParaRPr>
          </a:p>
          <a:p>
            <a:pPr algn="ctr"/>
            <a:r>
              <a:rPr lang="en-US" sz="2400" b="1" dirty="0" smtClean="0">
                <a:solidFill>
                  <a:srgbClr val="000000"/>
                </a:solidFill>
                <a:latin typeface="Times New Roman" panose="02020603050405020304" pitchFamily="18" charset="0"/>
              </a:rPr>
              <a:t>Assistant Professor</a:t>
            </a: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Department of Computer Science and Engineering </a:t>
            </a:r>
            <a:endParaRPr lang="en-IN" sz="2400"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269034" y="94410"/>
            <a:ext cx="1460912" cy="1240120"/>
          </a:xfrm>
          <a:prstGeom prst="rect">
            <a:avLst/>
          </a:prstGeom>
          <a:noFill/>
        </p:spPr>
      </p:pic>
      <p:sp>
        <p:nvSpPr>
          <p:cNvPr id="2" name="TextBox 1"/>
          <p:cNvSpPr txBox="1"/>
          <p:nvPr/>
        </p:nvSpPr>
        <p:spPr>
          <a:xfrm>
            <a:off x="1" y="1579432"/>
            <a:ext cx="12191998" cy="461665"/>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Department of Computer Science and Engineering</a:t>
            </a:r>
          </a:p>
        </p:txBody>
      </p:sp>
    </p:spTree>
    <p:extLst>
      <p:ext uri="{BB962C8B-B14F-4D97-AF65-F5344CB8AC3E}">
        <p14:creationId xmlns:p14="http://schemas.microsoft.com/office/powerpoint/2010/main" val="73778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8E1777-2703-AA90-36FE-989B70BBFDB6}"/>
              </a:ext>
            </a:extLst>
          </p:cNvPr>
          <p:cNvSpPr>
            <a:spLocks noGrp="1"/>
          </p:cNvSpPr>
          <p:nvPr>
            <p:ph type="title"/>
          </p:nvPr>
        </p:nvSpPr>
        <p:spPr>
          <a:xfrm>
            <a:off x="759542" y="109486"/>
            <a:ext cx="10515600" cy="1325563"/>
          </a:xfrm>
        </p:spPr>
        <p:txBody>
          <a:bodyPr>
            <a:normAutofit/>
          </a:bodyPr>
          <a:lstStyle/>
          <a:p>
            <a:pPr algn="ctr"/>
            <a:r>
              <a:rPr lang="en-US" sz="3600" b="1" dirty="0">
                <a:latin typeface="Times New Roman" panose="02020603050405020304" pitchFamily="18" charset="0"/>
                <a:cs typeface="Times New Roman" panose="02020603050405020304" pitchFamily="18" charset="0"/>
              </a:rPr>
              <a:t>OUTLINE</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DFFB85F0-75CC-45F5-F6A4-3F944A788E8A}"/>
              </a:ext>
            </a:extLst>
          </p:cNvPr>
          <p:cNvSpPr>
            <a:spLocks noGrp="1"/>
          </p:cNvSpPr>
          <p:nvPr>
            <p:ph idx="1"/>
          </p:nvPr>
        </p:nvSpPr>
        <p:spPr>
          <a:xfrm>
            <a:off x="838200" y="1229032"/>
            <a:ext cx="10515600" cy="4682460"/>
          </a:xfrm>
        </p:spPr>
        <p:txBody>
          <a:bodyPr>
            <a:noAutofit/>
          </a:bodyPr>
          <a:lstStyle/>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Abstract</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cs typeface="Times New Roman" panose="02020603050405020304" pitchFamily="18" charset="0"/>
              </a:rPr>
              <a:t>Existing System</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cs typeface="Times New Roman" panose="02020603050405020304" pitchFamily="18" charset="0"/>
              </a:rPr>
              <a:t>Architectural Design for Proposed System</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cs typeface="Times New Roman" panose="02020603050405020304" pitchFamily="18" charset="0"/>
              </a:rPr>
              <a:t>ER Diagrams</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cs typeface="Times New Roman" panose="02020603050405020304" pitchFamily="18" charset="0"/>
              </a:rPr>
              <a:t>Algorithms/ Techniques</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cs typeface="Times New Roman" panose="02020603050405020304" pitchFamily="18" charset="0"/>
              </a:rPr>
              <a:t>30% of code</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cs typeface="Times New Roman" panose="02020603050405020304" pitchFamily="18" charset="0"/>
              </a:rPr>
              <a:t>Expected outcomes</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889265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FD5DF0-2C64-9223-9D44-EE218D2CCD3A}"/>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ABSTRACT</a:t>
            </a:r>
            <a:br>
              <a:rPr lang="en-US" sz="3600" b="1" dirty="0">
                <a:latin typeface="Times New Roman" panose="02020603050405020304" pitchFamily="18" charset="0"/>
                <a:cs typeface="Times New Roman" panose="02020603050405020304" pitchFamily="18" charset="0"/>
              </a:rPr>
            </a:b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6DB2E571-B754-2FDB-B15F-9E6AD54906BE}"/>
              </a:ext>
            </a:extLst>
          </p:cNvPr>
          <p:cNvSpPr>
            <a:spLocks noGrp="1"/>
          </p:cNvSpPr>
          <p:nvPr>
            <p:ph idx="1"/>
          </p:nvPr>
        </p:nvSpPr>
        <p:spPr>
          <a:xfrm>
            <a:off x="403123" y="1327355"/>
            <a:ext cx="11415251" cy="5427406"/>
          </a:xfrm>
        </p:spPr>
        <p:txBody>
          <a:bodyPr>
            <a:normAutofit/>
          </a:bodyPr>
          <a:lstStyle/>
          <a:p>
            <a:pPr algn="just">
              <a:lnSpc>
                <a:spcPct val="110000"/>
              </a:lnSpc>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Smart Disease Prediction System is a web-based decision support application that predicts possible diseases based on user-provided symptoms using Machine Learning algorithms. </a:t>
            </a:r>
            <a:endParaRPr lang="en-US" sz="2400" dirty="0" smtClean="0">
              <a:latin typeface="Times New Roman" pitchFamily="18" charset="0"/>
              <a:cs typeface="Times New Roman" pitchFamily="18" charset="0"/>
            </a:endParaRPr>
          </a:p>
          <a:p>
            <a:pPr algn="just">
              <a:lnSpc>
                <a:spcPct val="150000"/>
              </a:lnSpc>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system allows users to select symptoms through a simple web interface. </a:t>
            </a:r>
            <a:endParaRPr lang="en-US" sz="2400" dirty="0" smtClean="0">
              <a:latin typeface="Times New Roman" pitchFamily="18" charset="0"/>
              <a:cs typeface="Times New Roman" pitchFamily="18" charset="0"/>
            </a:endParaRPr>
          </a:p>
          <a:p>
            <a:pPr algn="just">
              <a:lnSpc>
                <a:spcPct val="100000"/>
              </a:lnSpc>
            </a:pPr>
            <a:r>
              <a:rPr lang="en-US" sz="2400" dirty="0" smtClean="0">
                <a:latin typeface="Times New Roman" pitchFamily="18" charset="0"/>
                <a:cs typeface="Times New Roman" pitchFamily="18" charset="0"/>
              </a:rPr>
              <a:t>These </a:t>
            </a:r>
            <a:r>
              <a:rPr lang="en-US" sz="2400" dirty="0">
                <a:latin typeface="Times New Roman" pitchFamily="18" charset="0"/>
                <a:cs typeface="Times New Roman" pitchFamily="18" charset="0"/>
              </a:rPr>
              <a:t>inputs are processed by a trained ML model that analyzes symptom patterns and predicts the most probable disease. </a:t>
            </a:r>
            <a:endParaRPr lang="en-US" sz="2400" dirty="0" smtClean="0">
              <a:latin typeface="Times New Roman" pitchFamily="18" charset="0"/>
              <a:cs typeface="Times New Roman" pitchFamily="18" charset="0"/>
            </a:endParaRPr>
          </a:p>
          <a:p>
            <a:pPr algn="just">
              <a:lnSpc>
                <a:spcPct val="100000"/>
              </a:lnSpc>
            </a:pPr>
            <a:r>
              <a:rPr lang="en-US" sz="2400" dirty="0" smtClean="0">
                <a:latin typeface="Times New Roman" pitchFamily="18" charset="0"/>
                <a:cs typeface="Times New Roman" pitchFamily="18" charset="0"/>
              </a:rPr>
              <a:t>Along </a:t>
            </a:r>
            <a:r>
              <a:rPr lang="en-US" sz="2400" dirty="0">
                <a:latin typeface="Times New Roman" pitchFamily="18" charset="0"/>
                <a:cs typeface="Times New Roman" pitchFamily="18" charset="0"/>
              </a:rPr>
              <a:t>with the prediction, the system also displays a confidence score, precautionary measures, and recommended type of doctor to consult. </a:t>
            </a:r>
            <a:endParaRPr lang="en-US" sz="2400" dirty="0" smtClean="0">
              <a:latin typeface="Times New Roman" pitchFamily="18" charset="0"/>
              <a:cs typeface="Times New Roman" pitchFamily="18" charset="0"/>
            </a:endParaRPr>
          </a:p>
          <a:p>
            <a:pPr algn="just">
              <a:lnSpc>
                <a:spcPct val="100000"/>
              </a:lnSpc>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project uses Random Forest as the primary algorithm due to its high accuracy and ability to handle multiple features effectively. The system is designed to support early awareness and preventive healthcare, but it is not intended to replace professional medical diagnosis.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7520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C97118-C2BA-59E5-B912-737B21FA62A9}"/>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EXISTING SYSTEM</a:t>
            </a:r>
            <a:endParaRPr lang="en-IN" sz="36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xmlns="" id="{380D0FD8-607B-D1BB-2D37-1434A4A50340}"/>
              </a:ext>
            </a:extLst>
          </p:cNvPr>
          <p:cNvSpPr>
            <a:spLocks noGrp="1" noChangeArrowheads="1"/>
          </p:cNvSpPr>
          <p:nvPr>
            <p:ph idx="1"/>
          </p:nvPr>
        </p:nvSpPr>
        <p:spPr bwMode="auto">
          <a:xfrm>
            <a:off x="262923" y="1370087"/>
            <a:ext cx="11666153" cy="4545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lnSpc>
                <a:spcPct val="150000"/>
              </a:lnSpc>
              <a:buNone/>
            </a:pPr>
            <a:r>
              <a:rPr lang="en-US" sz="2400" dirty="0" smtClean="0">
                <a:latin typeface="Times New Roman" pitchFamily="18" charset="0"/>
                <a:cs typeface="Times New Roman" pitchFamily="18" charset="0"/>
              </a:rPr>
              <a:t>In </a:t>
            </a:r>
            <a:r>
              <a:rPr lang="en-US" sz="2400" dirty="0">
                <a:latin typeface="Times New Roman" pitchFamily="18" charset="0"/>
                <a:cs typeface="Times New Roman" pitchFamily="18" charset="0"/>
              </a:rPr>
              <a:t>the existing system, disease identification mainly depends on manual consultation with doctors or self-diagnosis through internet searches. These methods have several limitations:</a:t>
            </a:r>
          </a:p>
          <a:p>
            <a:pPr algn="just">
              <a:lnSpc>
                <a:spcPct val="150000"/>
              </a:lnSpc>
            </a:pPr>
            <a:r>
              <a:rPr lang="en-US" sz="2400" dirty="0">
                <a:latin typeface="Times New Roman" pitchFamily="18" charset="0"/>
                <a:cs typeface="Times New Roman" pitchFamily="18" charset="0"/>
              </a:rPr>
              <a:t>Requires physical visit to hospitals or clinics.</a:t>
            </a:r>
          </a:p>
          <a:p>
            <a:pPr algn="just">
              <a:lnSpc>
                <a:spcPct val="150000"/>
              </a:lnSpc>
            </a:pPr>
            <a:r>
              <a:rPr lang="en-US" sz="2400" dirty="0">
                <a:latin typeface="Times New Roman" pitchFamily="18" charset="0"/>
                <a:cs typeface="Times New Roman" pitchFamily="18" charset="0"/>
              </a:rPr>
              <a:t>Time-consuming and costly.</a:t>
            </a:r>
          </a:p>
          <a:p>
            <a:pPr algn="just">
              <a:lnSpc>
                <a:spcPct val="150000"/>
              </a:lnSpc>
            </a:pPr>
            <a:r>
              <a:rPr lang="en-US" sz="2400" dirty="0" smtClean="0">
                <a:latin typeface="Times New Roman" pitchFamily="18" charset="0"/>
                <a:cs typeface="Times New Roman" pitchFamily="18" charset="0"/>
              </a:rPr>
              <a:t>People </a:t>
            </a:r>
            <a:r>
              <a:rPr lang="en-US" sz="2400" dirty="0">
                <a:latin typeface="Times New Roman" pitchFamily="18" charset="0"/>
                <a:cs typeface="Times New Roman" pitchFamily="18" charset="0"/>
              </a:rPr>
              <a:t>often misinterpret symptoms from online sources.</a:t>
            </a:r>
          </a:p>
          <a:p>
            <a:pPr algn="just">
              <a:lnSpc>
                <a:spcPct val="150000"/>
              </a:lnSpc>
            </a:pPr>
            <a:r>
              <a:rPr lang="en-US" sz="2400" dirty="0">
                <a:latin typeface="Times New Roman" pitchFamily="18" charset="0"/>
                <a:cs typeface="Times New Roman" pitchFamily="18" charset="0"/>
              </a:rPr>
              <a:t>No intelligent system to analyze multiple symptoms together accurately.</a:t>
            </a:r>
          </a:p>
          <a:p>
            <a:pPr algn="just">
              <a:lnSpc>
                <a:spcPct val="150000"/>
              </a:lnSpc>
            </a:pPr>
            <a:r>
              <a:rPr lang="en-US" sz="2400" dirty="0">
                <a:latin typeface="Times New Roman" pitchFamily="18" charset="0"/>
                <a:cs typeface="Times New Roman" pitchFamily="18" charset="0"/>
              </a:rPr>
              <a:t>Lack of early awareness in rural or remote areas.</a:t>
            </a:r>
          </a:p>
        </p:txBody>
      </p:sp>
    </p:spTree>
    <p:extLst>
      <p:ext uri="{BB962C8B-B14F-4D97-AF65-F5344CB8AC3E}">
        <p14:creationId xmlns:p14="http://schemas.microsoft.com/office/powerpoint/2010/main" val="1189531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FB00562-14A6-3229-B05C-CA069CC03174}"/>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ARCHITECTURAL DESIGN FOR PROPOSED SYSTEM</a:t>
            </a:r>
            <a:endParaRPr lang="en-IN" sz="3600" b="1" dirty="0">
              <a:latin typeface="Times New Roman" panose="02020603050405020304" pitchFamily="18" charset="0"/>
              <a:cs typeface="Times New Roman" panose="02020603050405020304" pitchFamily="18" charset="0"/>
            </a:endParaRPr>
          </a:p>
        </p:txBody>
      </p:sp>
      <p:sp>
        <p:nvSpPr>
          <p:cNvPr id="3" name="AutoShape 2" descr="https://chatgpt.com/backend-api/estuary/content?id=file_00000000ed3871fdbb82bb9ed4530449&amp;ts=491382&amp;p=fs&amp;cid=1&amp;sig=703fea49a484ee94a5a86d17b7c973095b6de8fe6f5b1d2fa3c664db572be267&amp;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descr="C:\Users\Abhinay\Downloads\ChatGPT Image Jan 21, 2026, 12_04_55 P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8" y="1531756"/>
            <a:ext cx="8215313" cy="5193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126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9FC8D9-FF1D-3B2A-70CE-B75A4D7880BE}"/>
              </a:ext>
            </a:extLst>
          </p:cNvPr>
          <p:cNvSpPr>
            <a:spLocks noGrp="1"/>
          </p:cNvSpPr>
          <p:nvPr>
            <p:ph type="title"/>
          </p:nvPr>
        </p:nvSpPr>
        <p:spPr>
          <a:xfrm>
            <a:off x="838200" y="136525"/>
            <a:ext cx="10515600" cy="1325563"/>
          </a:xfrm>
        </p:spPr>
        <p:txBody>
          <a:bodyPr>
            <a:normAutofit/>
          </a:bodyPr>
          <a:lstStyle/>
          <a:p>
            <a:pPr algn="ctr"/>
            <a:r>
              <a:rPr lang="en-US" sz="3600" b="1" dirty="0">
                <a:latin typeface="Times New Roman" panose="02020603050405020304" pitchFamily="18" charset="0"/>
                <a:cs typeface="Times New Roman" panose="02020603050405020304" pitchFamily="18" charset="0"/>
              </a:rPr>
              <a:t>ARCHITECTURAL DESIGN FOR PROPOSED SYSTEM</a:t>
            </a:r>
            <a:endParaRPr lang="en-IN" sz="3600" dirty="0"/>
          </a:p>
        </p:txBody>
      </p:sp>
      <p:sp>
        <p:nvSpPr>
          <p:cNvPr id="4" name="Rectangle 1">
            <a:extLst>
              <a:ext uri="{FF2B5EF4-FFF2-40B4-BE49-F238E27FC236}">
                <a16:creationId xmlns:a16="http://schemas.microsoft.com/office/drawing/2014/main" xmlns="" id="{C78C2735-F838-9C85-145B-8485295EB8D7}"/>
              </a:ext>
            </a:extLst>
          </p:cNvPr>
          <p:cNvSpPr>
            <a:spLocks noGrp="1" noChangeArrowheads="1"/>
          </p:cNvSpPr>
          <p:nvPr>
            <p:ph idx="1"/>
          </p:nvPr>
        </p:nvSpPr>
        <p:spPr bwMode="auto">
          <a:xfrm>
            <a:off x="287594" y="1161888"/>
            <a:ext cx="11242419" cy="5810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system architecture consists of four main layers:</a:t>
            </a:r>
          </a:p>
          <a:p>
            <a:pPr algn="just"/>
            <a:r>
              <a:rPr lang="en-US" sz="2400" b="1" dirty="0">
                <a:latin typeface="Times New Roman" pitchFamily="18" charset="0"/>
                <a:cs typeface="Times New Roman" pitchFamily="18" charset="0"/>
              </a:rPr>
              <a:t>User Interface Layer:</a:t>
            </a:r>
          </a:p>
          <a:p>
            <a:pPr lvl="1" algn="just"/>
            <a:r>
              <a:rPr lang="en-US" dirty="0">
                <a:latin typeface="Times New Roman" pitchFamily="18" charset="0"/>
                <a:cs typeface="Times New Roman" pitchFamily="18" charset="0"/>
              </a:rPr>
              <a:t>Web pages built using HTML, CSS, JavaScript</a:t>
            </a:r>
          </a:p>
          <a:p>
            <a:pPr lvl="1" algn="just"/>
            <a:r>
              <a:rPr lang="en-US" dirty="0">
                <a:latin typeface="Times New Roman" pitchFamily="18" charset="0"/>
                <a:cs typeface="Times New Roman" pitchFamily="18" charset="0"/>
              </a:rPr>
              <a:t>Allows user to select symptoms and view results</a:t>
            </a:r>
          </a:p>
          <a:p>
            <a:pPr algn="just"/>
            <a:r>
              <a:rPr lang="en-US" sz="2400" b="1" dirty="0">
                <a:latin typeface="Times New Roman" pitchFamily="18" charset="0"/>
                <a:cs typeface="Times New Roman" pitchFamily="18" charset="0"/>
              </a:rPr>
              <a:t>Application Layer:</a:t>
            </a:r>
          </a:p>
          <a:p>
            <a:pPr lvl="1" algn="just"/>
            <a:r>
              <a:rPr lang="en-US" dirty="0">
                <a:latin typeface="Times New Roman" pitchFamily="18" charset="0"/>
                <a:cs typeface="Times New Roman" pitchFamily="18" charset="0"/>
              </a:rPr>
              <a:t>Flask framework</a:t>
            </a:r>
          </a:p>
          <a:p>
            <a:pPr lvl="1" algn="just"/>
            <a:r>
              <a:rPr lang="en-US" dirty="0">
                <a:latin typeface="Times New Roman" pitchFamily="18" charset="0"/>
                <a:cs typeface="Times New Roman" pitchFamily="18" charset="0"/>
              </a:rPr>
              <a:t>Handles user requests and connects frontend with ML model</a:t>
            </a:r>
          </a:p>
          <a:p>
            <a:pPr algn="just"/>
            <a:r>
              <a:rPr lang="en-US" sz="2400" b="1" dirty="0">
                <a:latin typeface="Times New Roman" pitchFamily="18" charset="0"/>
                <a:cs typeface="Times New Roman" pitchFamily="18" charset="0"/>
              </a:rPr>
              <a:t>Machine Learning Layer:</a:t>
            </a:r>
          </a:p>
          <a:p>
            <a:pPr lvl="1" algn="just"/>
            <a:r>
              <a:rPr lang="en-US" dirty="0">
                <a:latin typeface="Times New Roman" pitchFamily="18" charset="0"/>
                <a:cs typeface="Times New Roman" pitchFamily="18" charset="0"/>
              </a:rPr>
              <a:t>Trained Random Forest model</a:t>
            </a:r>
          </a:p>
          <a:p>
            <a:pPr lvl="1" algn="just"/>
            <a:r>
              <a:rPr lang="en-US" dirty="0">
                <a:latin typeface="Times New Roman" pitchFamily="18" charset="0"/>
                <a:cs typeface="Times New Roman" pitchFamily="18" charset="0"/>
              </a:rPr>
              <a:t>Processes symptom data and predicts disease</a:t>
            </a:r>
          </a:p>
          <a:p>
            <a:pPr algn="just"/>
            <a:r>
              <a:rPr lang="en-US" sz="2400" b="1" dirty="0">
                <a:latin typeface="Times New Roman" pitchFamily="18" charset="0"/>
                <a:cs typeface="Times New Roman" pitchFamily="18" charset="0"/>
              </a:rPr>
              <a:t>Data Layer:</a:t>
            </a:r>
          </a:p>
          <a:p>
            <a:pPr lvl="1" algn="just"/>
            <a:r>
              <a:rPr lang="en-US" dirty="0">
                <a:latin typeface="Times New Roman" pitchFamily="18" charset="0"/>
                <a:cs typeface="Times New Roman" pitchFamily="18" charset="0"/>
              </a:rPr>
              <a:t>Dataset used for training</a:t>
            </a:r>
          </a:p>
          <a:p>
            <a:pPr lvl="1" algn="just"/>
            <a:r>
              <a:rPr lang="en-US" dirty="0">
                <a:latin typeface="Times New Roman" pitchFamily="18" charset="0"/>
                <a:cs typeface="Times New Roman" pitchFamily="18" charset="0"/>
              </a:rPr>
              <a:t>Model file stored as pickle (.</a:t>
            </a:r>
            <a:r>
              <a:rPr lang="en-US" dirty="0" err="1">
                <a:latin typeface="Times New Roman" pitchFamily="18" charset="0"/>
                <a:cs typeface="Times New Roman" pitchFamily="18" charset="0"/>
              </a:rPr>
              <a:t>pkl</a:t>
            </a:r>
            <a:r>
              <a:rPr lang="en-US" dirty="0">
                <a:latin typeface="Times New Roman" pitchFamily="18" charset="0"/>
                <a:cs typeface="Times New Roman"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5640070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67E981-03EF-741F-68A7-B8B7A3E20AA5}"/>
              </a:ext>
            </a:extLst>
          </p:cNvPr>
          <p:cNvSpPr>
            <a:spLocks noGrp="1"/>
          </p:cNvSpPr>
          <p:nvPr>
            <p:ph type="title"/>
          </p:nvPr>
        </p:nvSpPr>
        <p:spPr>
          <a:xfrm>
            <a:off x="312174" y="-214978"/>
            <a:ext cx="10515600" cy="1325563"/>
          </a:xfrm>
        </p:spPr>
        <p:txBody>
          <a:bodyPr>
            <a:normAutofit/>
          </a:bodyPr>
          <a:lstStyle/>
          <a:p>
            <a:pPr algn="ctr"/>
            <a:r>
              <a:rPr lang="en-US" sz="3600" b="1" dirty="0">
                <a:latin typeface="Times New Roman" panose="02020603050405020304" pitchFamily="18" charset="0"/>
                <a:cs typeface="Times New Roman" panose="02020603050405020304" pitchFamily="18" charset="0"/>
              </a:rPr>
              <a:t>ER DIAGRAMS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D7995AC0-B8AD-BB10-A5DF-D16FD4D869FD}"/>
              </a:ext>
            </a:extLst>
          </p:cNvPr>
          <p:cNvSpPr>
            <a:spLocks noGrp="1"/>
          </p:cNvSpPr>
          <p:nvPr>
            <p:ph idx="1"/>
          </p:nvPr>
        </p:nvSpPr>
        <p:spPr>
          <a:xfrm>
            <a:off x="140110" y="825909"/>
            <a:ext cx="11739716" cy="5451987"/>
          </a:xfrm>
        </p:spPr>
        <p:txBody>
          <a:bodyPr>
            <a:normAutofit/>
          </a:bodyPr>
          <a:lstStyle/>
          <a:p>
            <a:r>
              <a:rPr lang="en-US" sz="2000" b="1" dirty="0">
                <a:latin typeface="Times New Roman" panose="02020603050405020304" pitchFamily="18" charset="0"/>
                <a:cs typeface="Times New Roman" panose="02020603050405020304" pitchFamily="18" charset="0"/>
              </a:rPr>
              <a:t>Use Case Diagram</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3074" name="Picture 2" descr="C:\Users\Abhinay\Downloads\ChatGPT Image Jan 21, 2026, 12_15_20 P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38" y="1281071"/>
            <a:ext cx="9001124" cy="5449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4600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E2FE7E8-FD0B-C7F5-4878-380009E0933B}"/>
              </a:ext>
            </a:extLst>
          </p:cNvPr>
          <p:cNvSpPr>
            <a:spLocks noGrp="1"/>
          </p:cNvSpPr>
          <p:nvPr>
            <p:ph idx="1"/>
          </p:nvPr>
        </p:nvSpPr>
        <p:spPr>
          <a:xfrm>
            <a:off x="254716" y="124133"/>
            <a:ext cx="11533239" cy="6390968"/>
          </a:xfrm>
        </p:spPr>
        <p:txBody>
          <a:bodyPr>
            <a:noAutofit/>
          </a:bodyPr>
          <a:lstStyle/>
          <a:p>
            <a:pPr marL="0" indent="0" algn="ctr">
              <a:buNone/>
            </a:pPr>
            <a:r>
              <a:rPr lang="en-IN" b="1" dirty="0">
                <a:latin typeface="Times New Roman" panose="02020603050405020304" pitchFamily="18" charset="0"/>
                <a:cs typeface="Times New Roman" panose="02020603050405020304" pitchFamily="18" charset="0"/>
              </a:rPr>
              <a:t>ER </a:t>
            </a:r>
            <a:r>
              <a:rPr lang="en-IN" b="1" dirty="0" smtClean="0">
                <a:latin typeface="Times New Roman" panose="02020603050405020304" pitchFamily="18" charset="0"/>
                <a:cs typeface="Times New Roman" panose="02020603050405020304" pitchFamily="18" charset="0"/>
              </a:rPr>
              <a:t>DIAGRAM</a:t>
            </a:r>
            <a:endParaRPr lang="en-IN"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USE CASE:-</a:t>
            </a:r>
          </a:p>
          <a:p>
            <a:pPr algn="just">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Actors</a:t>
            </a:r>
          </a:p>
          <a:p>
            <a:pPr algn="just"/>
            <a:r>
              <a:rPr lang="en-US" sz="2400" b="1" dirty="0">
                <a:latin typeface="Times New Roman" pitchFamily="18" charset="0"/>
                <a:cs typeface="Times New Roman" pitchFamily="18" charset="0"/>
              </a:rPr>
              <a:t>User / Patient </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Select symptoms, Initiate </a:t>
            </a:r>
            <a:r>
              <a:rPr lang="en-US" sz="2400" dirty="0">
                <a:latin typeface="Times New Roman" pitchFamily="18" charset="0"/>
                <a:cs typeface="Times New Roman" pitchFamily="18" charset="0"/>
              </a:rPr>
              <a:t>disease </a:t>
            </a:r>
            <a:r>
              <a:rPr lang="en-US" sz="2400" dirty="0" smtClean="0">
                <a:latin typeface="Times New Roman" pitchFamily="18" charset="0"/>
                <a:cs typeface="Times New Roman" pitchFamily="18" charset="0"/>
              </a:rPr>
              <a:t>prediction, View </a:t>
            </a:r>
            <a:r>
              <a:rPr lang="en-US" sz="2400" dirty="0">
                <a:latin typeface="Times New Roman" pitchFamily="18" charset="0"/>
                <a:cs typeface="Times New Roman" pitchFamily="18" charset="0"/>
              </a:rPr>
              <a:t>prediction results, confidence and </a:t>
            </a:r>
            <a:r>
              <a:rPr lang="en-US" sz="2400" dirty="0" smtClean="0">
                <a:latin typeface="Times New Roman" pitchFamily="18" charset="0"/>
                <a:cs typeface="Times New Roman" pitchFamily="18" charset="0"/>
              </a:rPr>
              <a:t>precautions</a:t>
            </a:r>
            <a:endParaRPr lang="en-IN" sz="2400" dirty="0">
              <a:latin typeface="Times New Roman" panose="02020603050405020304" pitchFamily="18" charset="0"/>
              <a:cs typeface="Times New Roman" panose="02020603050405020304" pitchFamily="18" charset="0"/>
            </a:endParaRPr>
          </a:p>
          <a:p>
            <a:pPr algn="just"/>
            <a:r>
              <a:rPr lang="en-US" sz="2400" b="1" dirty="0">
                <a:latin typeface="Times New Roman" pitchFamily="18" charset="0"/>
                <a:cs typeface="Times New Roman" pitchFamily="18" charset="0"/>
              </a:rPr>
              <a:t>Admin / Doctor </a:t>
            </a:r>
            <a:r>
              <a:rPr lang="en-US" sz="2400" b="1"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View </a:t>
            </a:r>
            <a:r>
              <a:rPr lang="en-US" sz="2400" dirty="0">
                <a:latin typeface="Times New Roman" pitchFamily="18" charset="0"/>
                <a:cs typeface="Times New Roman" pitchFamily="18" charset="0"/>
              </a:rPr>
              <a:t>prediction </a:t>
            </a:r>
            <a:r>
              <a:rPr lang="en-US" sz="2400" dirty="0" smtClean="0">
                <a:latin typeface="Times New Roman" pitchFamily="18" charset="0"/>
                <a:cs typeface="Times New Roman" pitchFamily="18" charset="0"/>
              </a:rPr>
              <a:t>reports, Analyze </a:t>
            </a:r>
            <a:r>
              <a:rPr lang="en-US" sz="2400" dirty="0">
                <a:latin typeface="Times New Roman" pitchFamily="18" charset="0"/>
                <a:cs typeface="Times New Roman" pitchFamily="18" charset="0"/>
              </a:rPr>
              <a:t>disease </a:t>
            </a:r>
            <a:r>
              <a:rPr lang="en-US" sz="2400" dirty="0" smtClean="0">
                <a:latin typeface="Times New Roman" pitchFamily="18" charset="0"/>
                <a:cs typeface="Times New Roman" pitchFamily="18" charset="0"/>
              </a:rPr>
              <a:t>trends, Make </a:t>
            </a:r>
            <a:r>
              <a:rPr lang="en-US" sz="2400" dirty="0">
                <a:latin typeface="Times New Roman" pitchFamily="18" charset="0"/>
                <a:cs typeface="Times New Roman" pitchFamily="18" charset="0"/>
              </a:rPr>
              <a:t>health advisory </a:t>
            </a:r>
            <a:r>
              <a:rPr lang="en-US" sz="2400" dirty="0" smtClean="0">
                <a:latin typeface="Times New Roman" pitchFamily="18" charset="0"/>
                <a:cs typeface="Times New Roman" pitchFamily="18" charset="0"/>
              </a:rPr>
              <a:t>decisions</a:t>
            </a:r>
            <a:endParaRPr lang="en-IN"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Use Cases</a:t>
            </a:r>
          </a:p>
          <a:p>
            <a:pPr algn="just"/>
            <a:r>
              <a:rPr lang="en-US" sz="2400" b="1" dirty="0">
                <a:latin typeface="Times New Roman" pitchFamily="18" charset="0"/>
                <a:cs typeface="Times New Roman" pitchFamily="18" charset="0"/>
              </a:rPr>
              <a:t>User / Patient Use Cases </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Select Symptoms, Submit Symptoms, Preprocess </a:t>
            </a:r>
            <a:r>
              <a:rPr lang="en-US" sz="2400" dirty="0">
                <a:latin typeface="Times New Roman" pitchFamily="18" charset="0"/>
                <a:cs typeface="Times New Roman" pitchFamily="18" charset="0"/>
              </a:rPr>
              <a:t>Symptom </a:t>
            </a:r>
            <a:r>
              <a:rPr lang="en-US" sz="2400" dirty="0" smtClean="0">
                <a:latin typeface="Times New Roman" pitchFamily="18" charset="0"/>
                <a:cs typeface="Times New Roman" pitchFamily="18" charset="0"/>
              </a:rPr>
              <a:t>Data, Predict Disease, View </a:t>
            </a:r>
            <a:r>
              <a:rPr lang="en-US" sz="2400" dirty="0">
                <a:latin typeface="Times New Roman" pitchFamily="18" charset="0"/>
                <a:cs typeface="Times New Roman" pitchFamily="18" charset="0"/>
              </a:rPr>
              <a:t>Predicted </a:t>
            </a:r>
            <a:r>
              <a:rPr lang="en-US" sz="2400" dirty="0" smtClean="0">
                <a:latin typeface="Times New Roman" pitchFamily="18" charset="0"/>
                <a:cs typeface="Times New Roman" pitchFamily="18" charset="0"/>
              </a:rPr>
              <a:t>Disease, View </a:t>
            </a:r>
            <a:r>
              <a:rPr lang="en-US" sz="2400" dirty="0">
                <a:latin typeface="Times New Roman" pitchFamily="18" charset="0"/>
                <a:cs typeface="Times New Roman" pitchFamily="18" charset="0"/>
              </a:rPr>
              <a:t>Confidence </a:t>
            </a:r>
            <a:r>
              <a:rPr lang="en-US" sz="2400" dirty="0" smtClean="0">
                <a:latin typeface="Times New Roman" pitchFamily="18" charset="0"/>
                <a:cs typeface="Times New Roman" pitchFamily="18" charset="0"/>
              </a:rPr>
              <a:t>Score, View Precautions, View </a:t>
            </a:r>
            <a:r>
              <a:rPr lang="en-US" sz="2400" dirty="0">
                <a:latin typeface="Times New Roman" pitchFamily="18" charset="0"/>
                <a:cs typeface="Times New Roman" pitchFamily="18" charset="0"/>
              </a:rPr>
              <a:t>Doctor </a:t>
            </a:r>
            <a:r>
              <a:rPr lang="en-US" sz="2400" dirty="0" smtClean="0">
                <a:latin typeface="Times New Roman" pitchFamily="18" charset="0"/>
                <a:cs typeface="Times New Roman" pitchFamily="18" charset="0"/>
              </a:rPr>
              <a:t>Recommendation</a:t>
            </a:r>
            <a:endParaRPr lang="en-US" sz="2400"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Admin / Doctor Use Cases </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Store </a:t>
            </a:r>
            <a:r>
              <a:rPr lang="en-US" sz="2400" dirty="0">
                <a:latin typeface="Times New Roman" pitchFamily="18" charset="0"/>
                <a:cs typeface="Times New Roman" pitchFamily="18" charset="0"/>
              </a:rPr>
              <a:t>Prediction </a:t>
            </a:r>
            <a:r>
              <a:rPr lang="en-US" sz="2400" dirty="0" smtClean="0">
                <a:latin typeface="Times New Roman" pitchFamily="18" charset="0"/>
                <a:cs typeface="Times New Roman" pitchFamily="18" charset="0"/>
              </a:rPr>
              <a:t>Data, Generate </a:t>
            </a:r>
            <a:r>
              <a:rPr lang="en-US" sz="2400" dirty="0">
                <a:latin typeface="Times New Roman" pitchFamily="18" charset="0"/>
                <a:cs typeface="Times New Roman" pitchFamily="18" charset="0"/>
              </a:rPr>
              <a:t>Disease </a:t>
            </a:r>
            <a:r>
              <a:rPr lang="en-US" sz="2400" dirty="0" smtClean="0">
                <a:latin typeface="Times New Roman" pitchFamily="18" charset="0"/>
                <a:cs typeface="Times New Roman" pitchFamily="18" charset="0"/>
              </a:rPr>
              <a:t>Report, Analyze </a:t>
            </a:r>
            <a:r>
              <a:rPr lang="en-US" sz="2400" dirty="0">
                <a:latin typeface="Times New Roman" pitchFamily="18" charset="0"/>
                <a:cs typeface="Times New Roman" pitchFamily="18" charset="0"/>
              </a:rPr>
              <a:t>Disease </a:t>
            </a:r>
            <a:r>
              <a:rPr lang="en-US" sz="2400" dirty="0" smtClean="0">
                <a:latin typeface="Times New Roman" pitchFamily="18" charset="0"/>
                <a:cs typeface="Times New Roman" pitchFamily="18" charset="0"/>
              </a:rPr>
              <a:t>Trends, Monitor </a:t>
            </a:r>
            <a:r>
              <a:rPr lang="en-US" sz="2400" dirty="0">
                <a:latin typeface="Times New Roman" pitchFamily="18" charset="0"/>
                <a:cs typeface="Times New Roman" pitchFamily="18" charset="0"/>
              </a:rPr>
              <a:t>Prediction </a:t>
            </a:r>
            <a:r>
              <a:rPr lang="en-US" sz="2400" dirty="0" smtClean="0">
                <a:latin typeface="Times New Roman" pitchFamily="18" charset="0"/>
                <a:cs typeface="Times New Roman" pitchFamily="18" charset="0"/>
              </a:rPr>
              <a:t>Accuracy,  Update </a:t>
            </a:r>
            <a:r>
              <a:rPr lang="en-US" sz="2400" dirty="0">
                <a:latin typeface="Times New Roman" pitchFamily="18" charset="0"/>
                <a:cs typeface="Times New Roman" pitchFamily="18" charset="0"/>
              </a:rPr>
              <a:t>Disease and Precaution </a:t>
            </a:r>
            <a:r>
              <a:rPr lang="en-US" sz="2400" dirty="0" smtClean="0">
                <a:latin typeface="Times New Roman" pitchFamily="18" charset="0"/>
                <a:cs typeface="Times New Roman" pitchFamily="18" charset="0"/>
              </a:rPr>
              <a:t>Data</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endParaRPr lang="en-IN" sz="2400" dirty="0" smtClean="0">
              <a:latin typeface="Times New Roman" panose="02020603050405020304" pitchFamily="18" charset="0"/>
              <a:cs typeface="Times New Roman" panose="02020603050405020304" pitchFamily="18" charset="0"/>
            </a:endParaRPr>
          </a:p>
          <a:p>
            <a:pPr algn="just"/>
            <a:r>
              <a:rPr lang="en-IN" sz="2400" b="1" dirty="0" smtClean="0">
                <a:latin typeface="Times New Roman" panose="02020603050405020304" pitchFamily="18" charset="0"/>
                <a:cs typeface="Times New Roman" panose="02020603050405020304" pitchFamily="18" charset="0"/>
              </a:rPr>
              <a:t>System </a:t>
            </a:r>
            <a:r>
              <a:rPr lang="en-IN" sz="2400" b="1" dirty="0">
                <a:latin typeface="Times New Roman" panose="02020603050405020304" pitchFamily="18" charset="0"/>
                <a:cs typeface="Times New Roman" panose="02020603050405020304" pitchFamily="18" charset="0"/>
              </a:rPr>
              <a:t>Use Cases</a:t>
            </a:r>
            <a:r>
              <a:rPr lang="en-IN" sz="2400" b="1" dirty="0" smtClean="0">
                <a:latin typeface="Times New Roman" panose="02020603050405020304" pitchFamily="18" charset="0"/>
                <a:cs typeface="Times New Roman" panose="02020603050405020304" pitchFamily="18" charset="0"/>
              </a:rPr>
              <a:t>:-</a:t>
            </a:r>
            <a:r>
              <a:rPr lang="en-US" sz="2400" dirty="0">
                <a:latin typeface="Times New Roman" pitchFamily="18" charset="0"/>
                <a:cs typeface="Times New Roman" pitchFamily="18" charset="0"/>
              </a:rPr>
              <a:t>Preprocess Symptom </a:t>
            </a:r>
            <a:r>
              <a:rPr lang="en-US" sz="2400" dirty="0" smtClean="0">
                <a:latin typeface="Times New Roman" pitchFamily="18" charset="0"/>
                <a:cs typeface="Times New Roman" pitchFamily="18" charset="0"/>
              </a:rPr>
              <a:t>Input, Run </a:t>
            </a:r>
            <a:r>
              <a:rPr lang="en-US" sz="2400" dirty="0">
                <a:latin typeface="Times New Roman" pitchFamily="18" charset="0"/>
                <a:cs typeface="Times New Roman" pitchFamily="18" charset="0"/>
              </a:rPr>
              <a:t>Machine Learning Model (Random </a:t>
            </a:r>
            <a:r>
              <a:rPr lang="en-US" sz="2400" dirty="0" smtClean="0">
                <a:latin typeface="Times New Roman" pitchFamily="18" charset="0"/>
                <a:cs typeface="Times New Roman" pitchFamily="18" charset="0"/>
              </a:rPr>
              <a:t>Forest), Calculate </a:t>
            </a:r>
            <a:r>
              <a:rPr lang="en-US" sz="2400" dirty="0">
                <a:latin typeface="Times New Roman" pitchFamily="18" charset="0"/>
                <a:cs typeface="Times New Roman" pitchFamily="18" charset="0"/>
              </a:rPr>
              <a:t>Confidence </a:t>
            </a:r>
            <a:r>
              <a:rPr lang="en-US" sz="2400" dirty="0" smtClean="0">
                <a:latin typeface="Times New Roman" pitchFamily="18" charset="0"/>
                <a:cs typeface="Times New Roman" pitchFamily="18" charset="0"/>
              </a:rPr>
              <a:t>Score, Save </a:t>
            </a:r>
            <a:r>
              <a:rPr lang="en-US" sz="2400" dirty="0">
                <a:latin typeface="Times New Roman" pitchFamily="18" charset="0"/>
                <a:cs typeface="Times New Roman" pitchFamily="18" charset="0"/>
              </a:rPr>
              <a:t>Prediction Data in </a:t>
            </a:r>
            <a:r>
              <a:rPr lang="en-US" sz="2400" dirty="0" smtClean="0">
                <a:latin typeface="Times New Roman" pitchFamily="18" charset="0"/>
                <a:cs typeface="Times New Roman" pitchFamily="18" charset="0"/>
              </a:rPr>
              <a:t>Database, Generate </a:t>
            </a:r>
            <a:r>
              <a:rPr lang="en-US" sz="2400" dirty="0">
                <a:latin typeface="Times New Roman" pitchFamily="18" charset="0"/>
                <a:cs typeface="Times New Roman" pitchFamily="18" charset="0"/>
              </a:rPr>
              <a:t>Accuracy Graphs and </a:t>
            </a:r>
            <a:r>
              <a:rPr lang="en-US" sz="2400" dirty="0" smtClean="0">
                <a:latin typeface="Times New Roman" pitchFamily="18" charset="0"/>
                <a:cs typeface="Times New Roman" pitchFamily="18" charset="0"/>
              </a:rPr>
              <a:t>Reports, Display </a:t>
            </a:r>
            <a:r>
              <a:rPr lang="en-US" sz="2400" dirty="0">
                <a:latin typeface="Times New Roman" pitchFamily="18" charset="0"/>
                <a:cs typeface="Times New Roman" pitchFamily="18" charset="0"/>
              </a:rPr>
              <a:t>Results on Web Interface</a:t>
            </a:r>
          </a:p>
          <a:p>
            <a:pPr algn="just">
              <a:buFont typeface="Wingdings" panose="05000000000000000000" pitchFamily="2" charset="2"/>
              <a:buChar char="v"/>
            </a:pP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0767652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2DA708-64F8-8097-F2F5-5261DE73E681}"/>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ALGORITHMS/ TECHNIQUES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DEA65AC9-D6B2-B854-E0F8-D820CB170873}"/>
              </a:ext>
            </a:extLst>
          </p:cNvPr>
          <p:cNvSpPr>
            <a:spLocks noGrp="1"/>
          </p:cNvSpPr>
          <p:nvPr>
            <p:ph idx="1"/>
          </p:nvPr>
        </p:nvSpPr>
        <p:spPr>
          <a:xfrm>
            <a:off x="344129" y="1317523"/>
            <a:ext cx="11503742" cy="5309419"/>
          </a:xfrm>
        </p:spPr>
        <p:txBody>
          <a:bodyPr>
            <a:normAutofit/>
          </a:bodyPr>
          <a:lstStyle/>
          <a:p>
            <a:pPr algn="just">
              <a:lnSpc>
                <a:spcPct val="100000"/>
              </a:lnSpc>
            </a:pPr>
            <a:r>
              <a:rPr lang="en-US" sz="2400" b="1" dirty="0">
                <a:latin typeface="Times New Roman" pitchFamily="18" charset="0"/>
                <a:cs typeface="Times New Roman" pitchFamily="18" charset="0"/>
              </a:rPr>
              <a:t>1. Random Forest Algorithm</a:t>
            </a:r>
          </a:p>
          <a:p>
            <a:pPr algn="just">
              <a:lnSpc>
                <a:spcPct val="100000"/>
              </a:lnSpc>
            </a:pPr>
            <a:r>
              <a:rPr lang="en-US" sz="2400" dirty="0">
                <a:latin typeface="Times New Roman" pitchFamily="18" charset="0"/>
                <a:cs typeface="Times New Roman" pitchFamily="18" charset="0"/>
              </a:rPr>
              <a:t>Random Forest is an ensemble learning algorithm that builds multiple decision trees and combines their outputs for better accuracy. Each tree gives a prediction and the final result is chosen by majority voting.</a:t>
            </a:r>
          </a:p>
          <a:p>
            <a:pPr algn="just">
              <a:lnSpc>
                <a:spcPct val="100000"/>
              </a:lnSpc>
            </a:pPr>
            <a:r>
              <a:rPr lang="en-US" sz="2400" dirty="0">
                <a:latin typeface="Times New Roman" pitchFamily="18" charset="0"/>
                <a:cs typeface="Times New Roman" pitchFamily="18" charset="0"/>
              </a:rPr>
              <a:t>Steps:</a:t>
            </a:r>
          </a:p>
          <a:p>
            <a:pPr algn="just">
              <a:lnSpc>
                <a:spcPct val="100000"/>
              </a:lnSpc>
            </a:pPr>
            <a:r>
              <a:rPr lang="en-US" sz="2400" dirty="0">
                <a:latin typeface="Times New Roman" pitchFamily="18" charset="0"/>
                <a:cs typeface="Times New Roman" pitchFamily="18" charset="0"/>
              </a:rPr>
              <a:t>Load dataset</a:t>
            </a:r>
          </a:p>
          <a:p>
            <a:pPr algn="just">
              <a:lnSpc>
                <a:spcPct val="100000"/>
              </a:lnSpc>
            </a:pPr>
            <a:r>
              <a:rPr lang="en-US" sz="2400" dirty="0">
                <a:latin typeface="Times New Roman" pitchFamily="18" charset="0"/>
                <a:cs typeface="Times New Roman" pitchFamily="18" charset="0"/>
              </a:rPr>
              <a:t>Split data into training and testing</a:t>
            </a:r>
          </a:p>
          <a:p>
            <a:pPr algn="just">
              <a:lnSpc>
                <a:spcPct val="100000"/>
              </a:lnSpc>
            </a:pPr>
            <a:r>
              <a:rPr lang="en-US" sz="2400" dirty="0">
                <a:latin typeface="Times New Roman" pitchFamily="18" charset="0"/>
                <a:cs typeface="Times New Roman" pitchFamily="18" charset="0"/>
              </a:rPr>
              <a:t>Train Random Forest model</a:t>
            </a:r>
          </a:p>
          <a:p>
            <a:pPr algn="just">
              <a:lnSpc>
                <a:spcPct val="100000"/>
              </a:lnSpc>
            </a:pPr>
            <a:r>
              <a:rPr lang="en-US" sz="2400" dirty="0">
                <a:latin typeface="Times New Roman" pitchFamily="18" charset="0"/>
                <a:cs typeface="Times New Roman" pitchFamily="18" charset="0"/>
              </a:rPr>
              <a:t>Test accuracy</a:t>
            </a:r>
          </a:p>
          <a:p>
            <a:pPr algn="just">
              <a:lnSpc>
                <a:spcPct val="100000"/>
              </a:lnSpc>
            </a:pPr>
            <a:r>
              <a:rPr lang="en-US" sz="2400" dirty="0">
                <a:latin typeface="Times New Roman" pitchFamily="18" charset="0"/>
                <a:cs typeface="Times New Roman" pitchFamily="18" charset="0"/>
              </a:rPr>
              <a:t>Save trained model</a:t>
            </a:r>
          </a:p>
        </p:txBody>
      </p:sp>
    </p:spTree>
    <p:extLst>
      <p:ext uri="{BB962C8B-B14F-4D97-AF65-F5344CB8AC3E}">
        <p14:creationId xmlns:p14="http://schemas.microsoft.com/office/powerpoint/2010/main" val="1741878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2DA708-64F8-8097-F2F5-5261DE73E681}"/>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ALGORITHMS/ TECHNIQUES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DEA65AC9-D6B2-B854-E0F8-D820CB170873}"/>
              </a:ext>
            </a:extLst>
          </p:cNvPr>
          <p:cNvSpPr>
            <a:spLocks noGrp="1"/>
          </p:cNvSpPr>
          <p:nvPr>
            <p:ph idx="1"/>
          </p:nvPr>
        </p:nvSpPr>
        <p:spPr>
          <a:xfrm>
            <a:off x="344129" y="1317523"/>
            <a:ext cx="11503742" cy="5309419"/>
          </a:xfrm>
        </p:spPr>
        <p:txBody>
          <a:bodyPr>
            <a:normAutofit/>
          </a:bodyPr>
          <a:lstStyle/>
          <a:p>
            <a:pPr marL="0" indent="0" algn="just">
              <a:lnSpc>
                <a:spcPct val="100000"/>
              </a:lnSpc>
              <a:buNone/>
            </a:pPr>
            <a:r>
              <a:rPr lang="en-US" sz="2400" b="1" dirty="0" smtClean="0">
                <a:latin typeface="Times New Roman" pitchFamily="18" charset="0"/>
                <a:cs typeface="Times New Roman" pitchFamily="18" charset="0"/>
              </a:rPr>
              <a:t>2. Data Preprocessing:-</a:t>
            </a:r>
            <a:endParaRPr lang="en-US" sz="2400" b="1" dirty="0">
              <a:latin typeface="Times New Roman" pitchFamily="18" charset="0"/>
              <a:cs typeface="Times New Roman" pitchFamily="18" charset="0"/>
            </a:endParaRPr>
          </a:p>
          <a:p>
            <a:pPr algn="just">
              <a:lnSpc>
                <a:spcPct val="100000"/>
              </a:lnSpc>
            </a:pPr>
            <a:r>
              <a:rPr lang="en-US" sz="2400" dirty="0">
                <a:latin typeface="Times New Roman" pitchFamily="18" charset="0"/>
                <a:cs typeface="Times New Roman" pitchFamily="18" charset="0"/>
              </a:rPr>
              <a:t>Remove missing values</a:t>
            </a:r>
          </a:p>
          <a:p>
            <a:pPr algn="just">
              <a:lnSpc>
                <a:spcPct val="100000"/>
              </a:lnSpc>
            </a:pPr>
            <a:r>
              <a:rPr lang="en-US" sz="2400" dirty="0">
                <a:latin typeface="Times New Roman" pitchFamily="18" charset="0"/>
                <a:cs typeface="Times New Roman" pitchFamily="18" charset="0"/>
              </a:rPr>
              <a:t>Encode symptoms as binary values (0 or 1)</a:t>
            </a:r>
          </a:p>
          <a:p>
            <a:pPr algn="just">
              <a:lnSpc>
                <a:spcPct val="100000"/>
              </a:lnSpc>
            </a:pPr>
            <a:r>
              <a:rPr lang="en-US" sz="2400" dirty="0">
                <a:latin typeface="Times New Roman" pitchFamily="18" charset="0"/>
                <a:cs typeface="Times New Roman" pitchFamily="18" charset="0"/>
              </a:rPr>
              <a:t>Split data into features and target</a:t>
            </a:r>
          </a:p>
          <a:p>
            <a:pPr marL="0" indent="0" algn="just">
              <a:lnSpc>
                <a:spcPct val="100000"/>
              </a:lnSpc>
              <a:buNone/>
            </a:pPr>
            <a:r>
              <a:rPr lang="en-US" sz="2400" b="1" dirty="0">
                <a:latin typeface="Times New Roman" pitchFamily="18" charset="0"/>
                <a:cs typeface="Times New Roman" pitchFamily="18" charset="0"/>
              </a:rPr>
              <a:t>3. Prediction </a:t>
            </a:r>
            <a:r>
              <a:rPr lang="en-US" sz="2400" b="1" dirty="0" smtClean="0">
                <a:latin typeface="Times New Roman" pitchFamily="18" charset="0"/>
                <a:cs typeface="Times New Roman" pitchFamily="18" charset="0"/>
              </a:rPr>
              <a:t>Process:-</a:t>
            </a:r>
            <a:endParaRPr lang="en-US" sz="2400" b="1" dirty="0">
              <a:latin typeface="Times New Roman" pitchFamily="18" charset="0"/>
              <a:cs typeface="Times New Roman" pitchFamily="18" charset="0"/>
            </a:endParaRPr>
          </a:p>
          <a:p>
            <a:pPr algn="just">
              <a:lnSpc>
                <a:spcPct val="100000"/>
              </a:lnSpc>
            </a:pPr>
            <a:r>
              <a:rPr lang="en-US" sz="2400" dirty="0">
                <a:latin typeface="Times New Roman" pitchFamily="18" charset="0"/>
                <a:cs typeface="Times New Roman" pitchFamily="18" charset="0"/>
              </a:rPr>
              <a:t>Take user symptom input</a:t>
            </a:r>
          </a:p>
          <a:p>
            <a:pPr algn="just">
              <a:lnSpc>
                <a:spcPct val="100000"/>
              </a:lnSpc>
            </a:pPr>
            <a:r>
              <a:rPr lang="en-US" sz="2400" dirty="0">
                <a:latin typeface="Times New Roman" pitchFamily="18" charset="0"/>
                <a:cs typeface="Times New Roman" pitchFamily="18" charset="0"/>
              </a:rPr>
              <a:t>Convert into numerical array</a:t>
            </a:r>
          </a:p>
          <a:p>
            <a:pPr algn="just">
              <a:lnSpc>
                <a:spcPct val="100000"/>
              </a:lnSpc>
            </a:pPr>
            <a:r>
              <a:rPr lang="en-US" sz="2400" dirty="0">
                <a:latin typeface="Times New Roman" pitchFamily="18" charset="0"/>
                <a:cs typeface="Times New Roman" pitchFamily="18" charset="0"/>
              </a:rPr>
              <a:t>Pass to trained model</a:t>
            </a:r>
          </a:p>
          <a:p>
            <a:pPr algn="just">
              <a:lnSpc>
                <a:spcPct val="100000"/>
              </a:lnSpc>
            </a:pPr>
            <a:r>
              <a:rPr lang="en-US" sz="2400" dirty="0">
                <a:latin typeface="Times New Roman" pitchFamily="18" charset="0"/>
                <a:cs typeface="Times New Roman" pitchFamily="18" charset="0"/>
              </a:rPr>
              <a:t>Get disease and probability</a:t>
            </a:r>
          </a:p>
        </p:txBody>
      </p:sp>
    </p:spTree>
    <p:extLst>
      <p:ext uri="{BB962C8B-B14F-4D97-AF65-F5344CB8AC3E}">
        <p14:creationId xmlns:p14="http://schemas.microsoft.com/office/powerpoint/2010/main" val="1124194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07E845-F9DB-E969-30E9-39B0DE231470}"/>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30% OF THE CODE</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E0DA9A8-A77A-A895-8BAC-C646AC25F56E}"/>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139844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16F6EA-3503-B9D5-91F0-87CC21369C27}"/>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EXPECTED OUTCOMES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012356A-1160-2E34-3753-DECAF620FA17}"/>
              </a:ext>
            </a:extLst>
          </p:cNvPr>
          <p:cNvSpPr>
            <a:spLocks noGrp="1"/>
          </p:cNvSpPr>
          <p:nvPr>
            <p:ph idx="1"/>
          </p:nvPr>
        </p:nvSpPr>
        <p:spPr>
          <a:xfrm>
            <a:off x="373625" y="1602658"/>
            <a:ext cx="11474245" cy="4890217"/>
          </a:xfrm>
        </p:spPr>
        <p:txBody>
          <a:bodyPr>
            <a:normAutofit/>
          </a:bodyPr>
          <a:lstStyle/>
          <a:p>
            <a:pPr marL="0" indent="0">
              <a:buNone/>
            </a:pPr>
            <a:r>
              <a:rPr lang="en-US" sz="2400" b="1" dirty="0" smtClean="0">
                <a:latin typeface="Times New Roman" pitchFamily="18" charset="0"/>
                <a:cs typeface="Times New Roman" panose="02020603050405020304" pitchFamily="18" charset="0"/>
              </a:rPr>
              <a:t>1. </a:t>
            </a:r>
            <a:r>
              <a:rPr lang="en-US" sz="2400" b="1" dirty="0" smtClean="0">
                <a:latin typeface="Times New Roman" pitchFamily="18" charset="0"/>
                <a:cs typeface="Times New Roman" pitchFamily="18" charset="0"/>
              </a:rPr>
              <a:t>Symptom </a:t>
            </a:r>
            <a:r>
              <a:rPr lang="en-US" sz="2400" b="1" dirty="0">
                <a:latin typeface="Times New Roman" pitchFamily="18" charset="0"/>
                <a:cs typeface="Times New Roman" pitchFamily="18" charset="0"/>
              </a:rPr>
              <a:t>Input Output</a:t>
            </a:r>
          </a:p>
          <a:p>
            <a:r>
              <a:rPr lang="en-US" sz="2400" dirty="0">
                <a:latin typeface="Times New Roman" pitchFamily="18" charset="0"/>
                <a:cs typeface="Times New Roman" pitchFamily="18" charset="0"/>
              </a:rPr>
              <a:t>User successfully selects symptoms through the web interface.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System accepts only valid symptom inputs (Yes/No or selected options).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Selected symptoms are displayed for confirmation before submission.</a:t>
            </a:r>
          </a:p>
          <a:p>
            <a:pPr marL="0" indent="0">
              <a:buNone/>
            </a:pPr>
            <a:r>
              <a:rPr lang="en-US" sz="2400" b="1" dirty="0">
                <a:latin typeface="Times New Roman" pitchFamily="18" charset="0"/>
                <a:cs typeface="Times New Roman" pitchFamily="18" charset="0"/>
              </a:rPr>
              <a:t>2. Pre-Processing Output</a:t>
            </a:r>
          </a:p>
          <a:p>
            <a:r>
              <a:rPr lang="en-US" sz="2400" dirty="0">
                <a:latin typeface="Times New Roman" pitchFamily="18" charset="0"/>
                <a:cs typeface="Times New Roman" pitchFamily="18" charset="0"/>
              </a:rPr>
              <a:t>Submitted symptoms are converted into numerical (binary) format.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Data is normalized and arranged in the format required by the ML model.</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Input becomes suitable for disease prediction.</a:t>
            </a:r>
          </a:p>
          <a:p>
            <a:pPr marL="0" indent="0">
              <a:buNone/>
            </a:pPr>
            <a:r>
              <a:rPr lang="en-US" sz="2400" b="1" dirty="0">
                <a:latin typeface="Times New Roman" pitchFamily="18" charset="0"/>
                <a:cs typeface="Times New Roman" pitchFamily="18" charset="0"/>
              </a:rPr>
              <a:t>3. Disease Prediction Output</a:t>
            </a:r>
          </a:p>
          <a:p>
            <a:r>
              <a:rPr lang="en-US" sz="2400" dirty="0">
                <a:latin typeface="Times New Roman" pitchFamily="18" charset="0"/>
                <a:cs typeface="Times New Roman" pitchFamily="18" charset="0"/>
              </a:rPr>
              <a:t>Machine Learning model processes the symptom data.</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Most probable disease is predicted based on trained dataset.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System generates a prediction with high accuracy.</a:t>
            </a: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712348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CAADF7-4E80-461E-08D8-AD9F924CC861}"/>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EXPECTED OUTCOMES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1CED2E3F-E37C-B729-962D-D454149A14F7}"/>
              </a:ext>
            </a:extLst>
          </p:cNvPr>
          <p:cNvSpPr>
            <a:spLocks noGrp="1"/>
          </p:cNvSpPr>
          <p:nvPr>
            <p:ph idx="1"/>
          </p:nvPr>
        </p:nvSpPr>
        <p:spPr>
          <a:xfrm>
            <a:off x="324465" y="1600201"/>
            <a:ext cx="11434916" cy="4814888"/>
          </a:xfrm>
        </p:spPr>
        <p:txBody>
          <a:bodyPr>
            <a:normAutofit/>
          </a:bodyPr>
          <a:lstStyle/>
          <a:p>
            <a:pPr marL="0" indent="0">
              <a:buNone/>
            </a:pPr>
            <a:r>
              <a:rPr lang="en-US" sz="2400" b="1" dirty="0">
                <a:latin typeface="Times New Roman" pitchFamily="18" charset="0"/>
                <a:cs typeface="Times New Roman" pitchFamily="18" charset="0"/>
              </a:rPr>
              <a:t>4. Confidence Score Output</a:t>
            </a:r>
          </a:p>
          <a:p>
            <a:r>
              <a:rPr lang="en-US" sz="2400" dirty="0">
                <a:latin typeface="Times New Roman" pitchFamily="18" charset="0"/>
                <a:cs typeface="Times New Roman" pitchFamily="18" charset="0"/>
              </a:rPr>
              <a:t>System calculates prediction probability.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Confidence score (in percentage) is displayed.</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User understands reliability of the prediction</a:t>
            </a:r>
            <a:r>
              <a:rPr lang="en-US" sz="2400" dirty="0" smtClean="0">
                <a:latin typeface="Times New Roman" pitchFamily="18" charset="0"/>
                <a:cs typeface="Times New Roman" pitchFamily="18" charset="0"/>
              </a:rPr>
              <a:t>.	</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5. </a:t>
            </a:r>
            <a:r>
              <a:rPr lang="en-US" sz="2400" b="1" dirty="0">
                <a:latin typeface="Times New Roman" pitchFamily="18" charset="0"/>
                <a:cs typeface="Times New Roman" pitchFamily="18" charset="0"/>
              </a:rPr>
              <a:t>Doctor Recommendation Output</a:t>
            </a:r>
          </a:p>
          <a:p>
            <a:r>
              <a:rPr lang="en-US" sz="2400" dirty="0">
                <a:latin typeface="Times New Roman" pitchFamily="18" charset="0"/>
                <a:cs typeface="Times New Roman" pitchFamily="18" charset="0"/>
              </a:rPr>
              <a:t>System suggests the type of doctor to consult.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User knows which specialist is suitable for the condition.</a:t>
            </a:r>
          </a:p>
          <a:p>
            <a:pPr marL="0" indent="0">
              <a:buNone/>
            </a:pPr>
            <a:r>
              <a:rPr lang="en-US" sz="2400" b="1" dirty="0">
                <a:latin typeface="Times New Roman" pitchFamily="18" charset="0"/>
                <a:cs typeface="Times New Roman" pitchFamily="18" charset="0"/>
              </a:rPr>
              <a:t>Data Storage Output</a:t>
            </a:r>
          </a:p>
          <a:p>
            <a:r>
              <a:rPr lang="en-US" sz="2400" dirty="0">
                <a:latin typeface="Times New Roman" pitchFamily="18" charset="0"/>
                <a:cs typeface="Times New Roman" pitchFamily="18" charset="0"/>
              </a:rPr>
              <a:t>User input and prediction results are stored in database.</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Data is available for analysis and report generation.</a:t>
            </a:r>
          </a:p>
          <a:p>
            <a:pPr marL="0" indent="0">
              <a:buNone/>
            </a:pP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580272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B7D52D-4DFA-F60F-9869-DA681F7AD410}"/>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EXPECTED OUTCOMES</a:t>
            </a:r>
            <a:endParaRPr lang="en-IN" sz="3600" b="1" dirty="0">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p:txBody>
          <a:bodyPr/>
          <a:lstStyle/>
          <a:p>
            <a:endParaRPr lang="en-US" dirty="0"/>
          </a:p>
          <a:p>
            <a:pPr marL="0" indent="0">
              <a:buNone/>
            </a:pPr>
            <a:endParaRPr lang="en-US"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308" y="1764736"/>
            <a:ext cx="5989691" cy="3993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1667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E57E29-B492-11F2-263F-1213815ED6A7}"/>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7E001F5-4771-91B7-0624-DC7F56AE83A1}"/>
              </a:ext>
            </a:extLst>
          </p:cNvPr>
          <p:cNvSpPr>
            <a:spLocks noGrp="1"/>
          </p:cNvSpPr>
          <p:nvPr>
            <p:ph idx="1"/>
          </p:nvPr>
        </p:nvSpPr>
        <p:spPr>
          <a:xfrm>
            <a:off x="334297" y="1504335"/>
            <a:ext cx="11474245" cy="4988540"/>
          </a:xfrm>
        </p:spPr>
        <p:txBody>
          <a:bodyPr>
            <a:normAutofit/>
          </a:bodyPr>
          <a:lstStyle/>
          <a:p>
            <a:r>
              <a:rPr lang="en-US" dirty="0" smtClean="0">
                <a:latin typeface="Times New Roman" pitchFamily="18" charset="0"/>
                <a:cs typeface="Times New Roman" pitchFamily="18" charset="0"/>
              </a:rPr>
              <a:t>[1] </a:t>
            </a:r>
            <a:r>
              <a:rPr lang="en-US" dirty="0" err="1">
                <a:latin typeface="Times New Roman" pitchFamily="18" charset="0"/>
                <a:cs typeface="Times New Roman" pitchFamily="18" charset="0"/>
              </a:rPr>
              <a:t>Breiman</a:t>
            </a:r>
            <a:r>
              <a:rPr lang="en-US" dirty="0">
                <a:latin typeface="Times New Roman" pitchFamily="18" charset="0"/>
                <a:cs typeface="Times New Roman" pitchFamily="18" charset="0"/>
              </a:rPr>
              <a:t>, L., “Random Forests</a:t>
            </a:r>
            <a:r>
              <a:rPr lang="en-US" dirty="0" smtClean="0">
                <a:latin typeface="Times New Roman" pitchFamily="18" charset="0"/>
                <a:cs typeface="Times New Roman" pitchFamily="18" charset="0"/>
              </a:rPr>
              <a:t>,” Machine </a:t>
            </a:r>
            <a:r>
              <a:rPr lang="en-US" dirty="0">
                <a:latin typeface="Times New Roman" pitchFamily="18" charset="0"/>
                <a:cs typeface="Times New Roman" pitchFamily="18" charset="0"/>
              </a:rPr>
              <a:t>Learning Journal, vol. 45, no. 1, pp. 5–32, 2001.</a:t>
            </a:r>
          </a:p>
          <a:p>
            <a:r>
              <a:rPr lang="en-US" dirty="0" smtClean="0">
                <a:latin typeface="Times New Roman" pitchFamily="18" charset="0"/>
                <a:cs typeface="Times New Roman" pitchFamily="18" charset="0"/>
              </a:rPr>
              <a:t>[2] </a:t>
            </a:r>
            <a:r>
              <a:rPr lang="en-US" dirty="0">
                <a:latin typeface="Times New Roman" pitchFamily="18" charset="0"/>
                <a:cs typeface="Times New Roman" pitchFamily="18" charset="0"/>
              </a:rPr>
              <a:t>Quinlan, J. R., “Induction of Decision Trees</a:t>
            </a:r>
            <a:r>
              <a:rPr lang="en-US" dirty="0" smtClean="0">
                <a:latin typeface="Times New Roman" pitchFamily="18" charset="0"/>
                <a:cs typeface="Times New Roman" pitchFamily="18" charset="0"/>
              </a:rPr>
              <a:t>,” Machine </a:t>
            </a:r>
            <a:r>
              <a:rPr lang="en-US" dirty="0">
                <a:latin typeface="Times New Roman" pitchFamily="18" charset="0"/>
                <a:cs typeface="Times New Roman" pitchFamily="18" charset="0"/>
              </a:rPr>
              <a:t>Learning Journal, vol. 1, no. 1, pp. 81–106, 1986.</a:t>
            </a:r>
          </a:p>
          <a:p>
            <a:r>
              <a:rPr lang="en-US" dirty="0" smtClean="0">
                <a:latin typeface="Times New Roman" pitchFamily="18" charset="0"/>
                <a:cs typeface="Times New Roman" pitchFamily="18" charset="0"/>
              </a:rPr>
              <a:t>[3] </a:t>
            </a:r>
            <a:r>
              <a:rPr lang="en-US" dirty="0">
                <a:latin typeface="Times New Roman" pitchFamily="18" charset="0"/>
                <a:cs typeface="Times New Roman" pitchFamily="18" charset="0"/>
              </a:rPr>
              <a:t>Cover, T., and Hart, P., “Nearest Neighbor Pattern Classification</a:t>
            </a:r>
            <a:r>
              <a:rPr lang="en-US" dirty="0" smtClean="0">
                <a:latin typeface="Times New Roman" pitchFamily="18" charset="0"/>
                <a:cs typeface="Times New Roman" pitchFamily="18" charset="0"/>
              </a:rPr>
              <a:t>,” IEEE </a:t>
            </a:r>
            <a:r>
              <a:rPr lang="en-US" dirty="0">
                <a:latin typeface="Times New Roman" pitchFamily="18" charset="0"/>
                <a:cs typeface="Times New Roman" pitchFamily="18" charset="0"/>
              </a:rPr>
              <a:t>Transactions on Information Theory, vol. 13, no. 1, pp. 21–27, 1967.</a:t>
            </a:r>
          </a:p>
          <a:p>
            <a:r>
              <a:rPr lang="en-US" dirty="0" smtClean="0">
                <a:latin typeface="Times New Roman" pitchFamily="18" charset="0"/>
                <a:cs typeface="Times New Roman" pitchFamily="18" charset="0"/>
              </a:rPr>
              <a:t>[4] </a:t>
            </a:r>
            <a:r>
              <a:rPr lang="en-US" dirty="0" err="1">
                <a:latin typeface="Times New Roman" pitchFamily="18" charset="0"/>
                <a:cs typeface="Times New Roman" pitchFamily="18" charset="0"/>
              </a:rPr>
              <a:t>Pedregosa</a:t>
            </a:r>
            <a:r>
              <a:rPr lang="en-US" dirty="0">
                <a:latin typeface="Times New Roman" pitchFamily="18" charset="0"/>
                <a:cs typeface="Times New Roman" pitchFamily="18" charset="0"/>
              </a:rPr>
              <a:t>, F., et al., “</a:t>
            </a:r>
            <a:r>
              <a:rPr lang="en-US" dirty="0" err="1">
                <a:latin typeface="Times New Roman" pitchFamily="18" charset="0"/>
                <a:cs typeface="Times New Roman" pitchFamily="18" charset="0"/>
              </a:rPr>
              <a:t>Scikit</a:t>
            </a:r>
            <a:r>
              <a:rPr lang="en-US" dirty="0">
                <a:latin typeface="Times New Roman" pitchFamily="18" charset="0"/>
                <a:cs typeface="Times New Roman" pitchFamily="18" charset="0"/>
              </a:rPr>
              <a:t>-Learn: Machine Learning in Python</a:t>
            </a:r>
            <a:r>
              <a:rPr lang="en-US" dirty="0" smtClean="0">
                <a:latin typeface="Times New Roman" pitchFamily="18" charset="0"/>
                <a:cs typeface="Times New Roman" pitchFamily="18" charset="0"/>
              </a:rPr>
              <a:t>,” Journal </a:t>
            </a:r>
            <a:r>
              <a:rPr lang="en-US" dirty="0">
                <a:latin typeface="Times New Roman" pitchFamily="18" charset="0"/>
                <a:cs typeface="Times New Roman" pitchFamily="18" charset="0"/>
              </a:rPr>
              <a:t>of Machine Learning Research, vol. 12, pp. 2825–2830, 2011</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[5] </a:t>
            </a:r>
            <a:r>
              <a:rPr lang="en-US" dirty="0" err="1">
                <a:latin typeface="Times New Roman" pitchFamily="18" charset="0"/>
                <a:cs typeface="Times New Roman" pitchFamily="18" charset="0"/>
              </a:rPr>
              <a:t>Dua</a:t>
            </a:r>
            <a:r>
              <a:rPr lang="en-US" dirty="0">
                <a:latin typeface="Times New Roman" pitchFamily="18" charset="0"/>
                <a:cs typeface="Times New Roman" pitchFamily="18" charset="0"/>
              </a:rPr>
              <a:t>, D., and Graff, C., “UCI Machine Learning Repository</a:t>
            </a:r>
            <a:r>
              <a:rPr lang="en-US" dirty="0" smtClean="0">
                <a:latin typeface="Times New Roman" pitchFamily="18" charset="0"/>
                <a:cs typeface="Times New Roman" pitchFamily="18" charset="0"/>
              </a:rPr>
              <a:t>,” University </a:t>
            </a:r>
            <a:r>
              <a:rPr lang="en-US" dirty="0">
                <a:latin typeface="Times New Roman" pitchFamily="18" charset="0"/>
                <a:cs typeface="Times New Roman" pitchFamily="18" charset="0"/>
              </a:rPr>
              <a:t>of California, Irvine, School of Information and Computer Sciences, 2019.</a:t>
            </a:r>
          </a:p>
        </p:txBody>
      </p:sp>
    </p:spTree>
    <p:extLst>
      <p:ext uri="{BB962C8B-B14F-4D97-AF65-F5344CB8AC3E}">
        <p14:creationId xmlns:p14="http://schemas.microsoft.com/office/powerpoint/2010/main" val="4192313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04C281-8663-7BDB-EE03-C554A85AFCFB}"/>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74CB0409-220D-96AF-A827-DDEA0B4E895A}"/>
              </a:ext>
            </a:extLst>
          </p:cNvPr>
          <p:cNvSpPr>
            <a:spLocks noGrp="1"/>
          </p:cNvSpPr>
          <p:nvPr>
            <p:ph idx="1"/>
          </p:nvPr>
        </p:nvSpPr>
        <p:spPr>
          <a:xfrm>
            <a:off x="363793" y="1484670"/>
            <a:ext cx="11493909" cy="5152103"/>
          </a:xfrm>
        </p:spPr>
        <p:txBody>
          <a:bodyPr>
            <a:normAutofit/>
          </a:bodyPr>
          <a:lstStyle/>
          <a:p>
            <a:r>
              <a:rPr lang="en-US" dirty="0" smtClean="0">
                <a:latin typeface="Times New Roman" pitchFamily="18" charset="0"/>
                <a:cs typeface="Times New Roman" pitchFamily="18" charset="0"/>
              </a:rPr>
              <a:t>[6] </a:t>
            </a:r>
            <a:r>
              <a:rPr lang="en-US" dirty="0" err="1">
                <a:latin typeface="Times New Roman" pitchFamily="18" charset="0"/>
                <a:cs typeface="Times New Roman" pitchFamily="18" charset="0"/>
              </a:rPr>
              <a:t>Esteva</a:t>
            </a:r>
            <a:r>
              <a:rPr lang="en-US" dirty="0">
                <a:latin typeface="Times New Roman" pitchFamily="18" charset="0"/>
                <a:cs typeface="Times New Roman" pitchFamily="18" charset="0"/>
              </a:rPr>
              <a:t>, A., et al., “A Guide to Deep Learning in Healthcare</a:t>
            </a:r>
            <a:r>
              <a:rPr lang="en-US" dirty="0" smtClean="0">
                <a:latin typeface="Times New Roman" pitchFamily="18" charset="0"/>
                <a:cs typeface="Times New Roman" pitchFamily="18" charset="0"/>
              </a:rPr>
              <a:t>,” Nature </a:t>
            </a:r>
            <a:r>
              <a:rPr lang="en-US" dirty="0">
                <a:latin typeface="Times New Roman" pitchFamily="18" charset="0"/>
                <a:cs typeface="Times New Roman" pitchFamily="18" charset="0"/>
              </a:rPr>
              <a:t>Medicine, vol. 25, pp. 24–29, 2019.</a:t>
            </a:r>
          </a:p>
          <a:p>
            <a:r>
              <a:rPr lang="en-US" dirty="0" smtClean="0">
                <a:latin typeface="Times New Roman" pitchFamily="18" charset="0"/>
                <a:cs typeface="Times New Roman" pitchFamily="18" charset="0"/>
              </a:rPr>
              <a:t>[7] </a:t>
            </a:r>
            <a:r>
              <a:rPr lang="en-US" dirty="0" err="1">
                <a:latin typeface="Times New Roman" pitchFamily="18" charset="0"/>
                <a:cs typeface="Times New Roman" pitchFamily="18" charset="0"/>
              </a:rPr>
              <a:t>Rajkomar</a:t>
            </a:r>
            <a:r>
              <a:rPr lang="en-US" dirty="0">
                <a:latin typeface="Times New Roman" pitchFamily="18" charset="0"/>
                <a:cs typeface="Times New Roman" pitchFamily="18" charset="0"/>
              </a:rPr>
              <a:t>, A., Dean, J., and </a:t>
            </a:r>
            <a:r>
              <a:rPr lang="en-US" dirty="0" err="1">
                <a:latin typeface="Times New Roman" pitchFamily="18" charset="0"/>
                <a:cs typeface="Times New Roman" pitchFamily="18" charset="0"/>
              </a:rPr>
              <a:t>Kohane</a:t>
            </a:r>
            <a:r>
              <a:rPr lang="en-US" dirty="0">
                <a:latin typeface="Times New Roman" pitchFamily="18" charset="0"/>
                <a:cs typeface="Times New Roman" pitchFamily="18" charset="0"/>
              </a:rPr>
              <a:t>, I., “Machine Learning in Medicine,”</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New England Journal of Medicine, vol. 380, pp. 1347–1358, 2019.</a:t>
            </a:r>
          </a:p>
          <a:p>
            <a:r>
              <a:rPr lang="en-US" dirty="0" smtClean="0">
                <a:latin typeface="Times New Roman" pitchFamily="18" charset="0"/>
                <a:cs typeface="Times New Roman" pitchFamily="18" charset="0"/>
              </a:rPr>
              <a:t>[8] </a:t>
            </a:r>
            <a:r>
              <a:rPr lang="en-US" dirty="0" err="1">
                <a:latin typeface="Times New Roman" pitchFamily="18" charset="0"/>
                <a:cs typeface="Times New Roman" pitchFamily="18" charset="0"/>
              </a:rPr>
              <a:t>Kononenko</a:t>
            </a:r>
            <a:r>
              <a:rPr lang="en-US" dirty="0">
                <a:latin typeface="Times New Roman" pitchFamily="18" charset="0"/>
                <a:cs typeface="Times New Roman" pitchFamily="18" charset="0"/>
              </a:rPr>
              <a:t>, I., “Machine Learning for Medical Diagnosis: History, State of the Art and Perspective</a:t>
            </a:r>
            <a:r>
              <a:rPr lang="en-US" dirty="0" smtClean="0">
                <a:latin typeface="Times New Roman" pitchFamily="18" charset="0"/>
                <a:cs typeface="Times New Roman" pitchFamily="18" charset="0"/>
              </a:rPr>
              <a:t>,” Artificial </a:t>
            </a:r>
            <a:r>
              <a:rPr lang="en-US" dirty="0">
                <a:latin typeface="Times New Roman" pitchFamily="18" charset="0"/>
                <a:cs typeface="Times New Roman" pitchFamily="18" charset="0"/>
              </a:rPr>
              <a:t>Intelligence in Medicine, vol. 23, no. 1, </a:t>
            </a:r>
            <a:r>
              <a:rPr lang="en-US" dirty="0" smtClean="0">
                <a:latin typeface="Times New Roman" pitchFamily="18" charset="0"/>
                <a:cs typeface="Times New Roman" pitchFamily="18" charset="0"/>
              </a:rPr>
              <a:t> pp</a:t>
            </a:r>
            <a:r>
              <a:rPr lang="en-US" dirty="0">
                <a:latin typeface="Times New Roman" pitchFamily="18" charset="0"/>
                <a:cs typeface="Times New Roman" pitchFamily="18" charset="0"/>
              </a:rPr>
              <a:t>. 89–109, 2001.</a:t>
            </a:r>
          </a:p>
          <a:p>
            <a:pPr algn="just"/>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9</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Shickel</a:t>
            </a:r>
            <a:r>
              <a:rPr lang="en-US" dirty="0">
                <a:latin typeface="Times New Roman" pitchFamily="18" charset="0"/>
                <a:cs typeface="Times New Roman" pitchFamily="18" charset="0"/>
              </a:rPr>
              <a:t>, B., </a:t>
            </a:r>
            <a:r>
              <a:rPr lang="en-US" dirty="0" err="1">
                <a:latin typeface="Times New Roman" pitchFamily="18" charset="0"/>
                <a:cs typeface="Times New Roman" pitchFamily="18" charset="0"/>
              </a:rPr>
              <a:t>Tighe</a:t>
            </a:r>
            <a:r>
              <a:rPr lang="en-US" dirty="0">
                <a:latin typeface="Times New Roman" pitchFamily="18" charset="0"/>
                <a:cs typeface="Times New Roman" pitchFamily="18" charset="0"/>
              </a:rPr>
              <a:t>, P., </a:t>
            </a:r>
            <a:r>
              <a:rPr lang="en-US" dirty="0" err="1">
                <a:latin typeface="Times New Roman" pitchFamily="18" charset="0"/>
                <a:cs typeface="Times New Roman" pitchFamily="18" charset="0"/>
              </a:rPr>
              <a:t>Bihorac</a:t>
            </a:r>
            <a:r>
              <a:rPr lang="en-US" dirty="0">
                <a:latin typeface="Times New Roman" pitchFamily="18" charset="0"/>
                <a:cs typeface="Times New Roman" pitchFamily="18" charset="0"/>
              </a:rPr>
              <a:t>, A., and </a:t>
            </a:r>
            <a:r>
              <a:rPr lang="en-US" dirty="0" err="1">
                <a:latin typeface="Times New Roman" pitchFamily="18" charset="0"/>
                <a:cs typeface="Times New Roman" pitchFamily="18" charset="0"/>
              </a:rPr>
              <a:t>Rashidi</a:t>
            </a:r>
            <a:r>
              <a:rPr lang="en-US" dirty="0">
                <a:latin typeface="Times New Roman" pitchFamily="18" charset="0"/>
                <a:cs typeface="Times New Roman" pitchFamily="18" charset="0"/>
              </a:rPr>
              <a:t>, P., “Deep EHR: A Survey of Recent Advances in Deep Learning Techniques for Electronic </a:t>
            </a:r>
            <a:r>
              <a:rPr lang="en-US" dirty="0" smtClean="0">
                <a:latin typeface="Times New Roman" pitchFamily="18" charset="0"/>
                <a:cs typeface="Times New Roman" pitchFamily="18" charset="0"/>
              </a:rPr>
              <a:t>Health  Record”, IEEE </a:t>
            </a:r>
            <a:r>
              <a:rPr lang="en-US" dirty="0">
                <a:latin typeface="Times New Roman" pitchFamily="18" charset="0"/>
                <a:cs typeface="Times New Roman" pitchFamily="18" charset="0"/>
              </a:rPr>
              <a:t>Journal of Biomedical and Health Informatics, vol. 22, no. 5, pp. 1589–1604, 2018.</a:t>
            </a:r>
          </a:p>
        </p:txBody>
      </p:sp>
    </p:spTree>
    <p:extLst>
      <p:ext uri="{BB962C8B-B14F-4D97-AF65-F5344CB8AC3E}">
        <p14:creationId xmlns:p14="http://schemas.microsoft.com/office/powerpoint/2010/main" val="592327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B33FB4-1D1D-299D-51A2-B00930F48F75}"/>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616FA4D5-AEF4-D831-FE5E-9F4CF67D3AB9}"/>
              </a:ext>
            </a:extLst>
          </p:cNvPr>
          <p:cNvSpPr>
            <a:spLocks noGrp="1"/>
          </p:cNvSpPr>
          <p:nvPr>
            <p:ph idx="1"/>
          </p:nvPr>
        </p:nvSpPr>
        <p:spPr>
          <a:xfrm>
            <a:off x="363793" y="1825625"/>
            <a:ext cx="11425083" cy="4909472"/>
          </a:xfrm>
        </p:spPr>
        <p:txBody>
          <a:bodyPr/>
          <a:lstStyle/>
          <a:p>
            <a:r>
              <a:rPr lang="en-US" dirty="0" smtClean="0">
                <a:latin typeface="Times New Roman" pitchFamily="18" charset="0"/>
                <a:cs typeface="Times New Roman" pitchFamily="18" charset="0"/>
              </a:rPr>
              <a:t>[10] </a:t>
            </a:r>
            <a:r>
              <a:rPr lang="en-US" dirty="0">
                <a:latin typeface="Times New Roman" pitchFamily="18" charset="0"/>
                <a:cs typeface="Times New Roman" pitchFamily="18" charset="0"/>
              </a:rPr>
              <a:t>Flask Documentation, “Flask Web Framework for Python</a:t>
            </a:r>
            <a:r>
              <a:rPr lang="en-US" dirty="0" smtClean="0">
                <a:latin typeface="Times New Roman" pitchFamily="18" charset="0"/>
                <a:cs typeface="Times New Roman" pitchFamily="18" charset="0"/>
              </a:rPr>
              <a:t>,” Pallets </a:t>
            </a:r>
            <a:r>
              <a:rPr lang="en-US" dirty="0">
                <a:latin typeface="Times New Roman" pitchFamily="18" charset="0"/>
                <a:cs typeface="Times New Roman" pitchFamily="18" charset="0"/>
              </a:rPr>
              <a:t>Projects Official Documentation, 2023.</a:t>
            </a:r>
          </a:p>
          <a:p>
            <a:r>
              <a:rPr lang="en-US" dirty="0">
                <a:latin typeface="Times New Roman" pitchFamily="18" charset="0"/>
                <a:cs typeface="Times New Roman" pitchFamily="18" charset="0"/>
              </a:rPr>
              <a:t>[</a:t>
            </a:r>
            <a:r>
              <a:rPr lang="en-US" dirty="0" smtClean="0">
                <a:latin typeface="Times New Roman" pitchFamily="18" charset="0"/>
                <a:cs typeface="Times New Roman" pitchFamily="18" charset="0"/>
              </a:rPr>
              <a:t>11] </a:t>
            </a:r>
            <a:r>
              <a:rPr lang="en-US" dirty="0">
                <a:latin typeface="Times New Roman" pitchFamily="18" charset="0"/>
                <a:cs typeface="Times New Roman" pitchFamily="18" charset="0"/>
              </a:rPr>
              <a:t>Python Software Foundation, “Python Programming </a:t>
            </a:r>
            <a:r>
              <a:rPr lang="en-US" dirty="0" smtClean="0">
                <a:latin typeface="Times New Roman" pitchFamily="18" charset="0"/>
                <a:cs typeface="Times New Roman" pitchFamily="18" charset="0"/>
              </a:rPr>
              <a:t>Language  Documentation,” Python </a:t>
            </a:r>
            <a:r>
              <a:rPr lang="en-US" dirty="0">
                <a:latin typeface="Times New Roman" pitchFamily="18" charset="0"/>
                <a:cs typeface="Times New Roman" pitchFamily="18" charset="0"/>
              </a:rPr>
              <a:t>Official Documentation, 2023</a:t>
            </a:r>
            <a:r>
              <a:rPr lang="en-US" dirty="0" smtClean="0">
                <a:latin typeface="Times New Roman" pitchFamily="18" charset="0"/>
                <a:cs typeface="Times New Roman" pitchFamily="18" charset="0"/>
              </a:rPr>
              <a:t>.</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[12] </a:t>
            </a:r>
            <a:r>
              <a:rPr lang="en-US" dirty="0" err="1">
                <a:latin typeface="Times New Roman" pitchFamily="18" charset="0"/>
                <a:cs typeface="Times New Roman" pitchFamily="18" charset="0"/>
              </a:rPr>
              <a:t>Tomar</a:t>
            </a:r>
            <a:r>
              <a:rPr lang="en-US" dirty="0">
                <a:latin typeface="Times New Roman" pitchFamily="18" charset="0"/>
                <a:cs typeface="Times New Roman" pitchFamily="18" charset="0"/>
              </a:rPr>
              <a:t>, D., and </a:t>
            </a:r>
            <a:r>
              <a:rPr lang="en-US" dirty="0" err="1">
                <a:latin typeface="Times New Roman" pitchFamily="18" charset="0"/>
                <a:cs typeface="Times New Roman" pitchFamily="18" charset="0"/>
              </a:rPr>
              <a:t>Agarwal</a:t>
            </a:r>
            <a:r>
              <a:rPr lang="en-US" dirty="0">
                <a:latin typeface="Times New Roman" pitchFamily="18" charset="0"/>
                <a:cs typeface="Times New Roman" pitchFamily="18" charset="0"/>
              </a:rPr>
              <a:t>, S., “A Survey on Data Mining Approaches for Healthcare</a:t>
            </a:r>
            <a:r>
              <a:rPr lang="en-US" dirty="0" smtClean="0">
                <a:latin typeface="Times New Roman" pitchFamily="18" charset="0"/>
                <a:cs typeface="Times New Roman" pitchFamily="18" charset="0"/>
              </a:rPr>
              <a:t>,” International </a:t>
            </a:r>
            <a:r>
              <a:rPr lang="en-US" dirty="0">
                <a:latin typeface="Times New Roman" pitchFamily="18" charset="0"/>
                <a:cs typeface="Times New Roman" pitchFamily="18" charset="0"/>
              </a:rPr>
              <a:t>Journal of Bio-Science and Bio-Technology, vol. 5, no. 5, pp. 241–266, 2013.</a:t>
            </a:r>
          </a:p>
          <a:p>
            <a:endParaRPr lang="nl-NL" dirty="0">
              <a:latin typeface="Times New Roman" panose="02020603050405020304" pitchFamily="18" charset="0"/>
              <a:cs typeface="Times New Roman" panose="02020603050405020304" pitchFamily="18" charset="0"/>
            </a:endParaRP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798986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6AA886-B2F3-6DC7-6635-845C6EA54435}"/>
              </a:ext>
            </a:extLst>
          </p:cNvPr>
          <p:cNvSpPr>
            <a:spLocks noGrp="1"/>
          </p:cNvSpPr>
          <p:nvPr>
            <p:ph type="title"/>
          </p:nvPr>
        </p:nvSpPr>
        <p:spPr>
          <a:xfrm>
            <a:off x="838200" y="2508557"/>
            <a:ext cx="10515600" cy="1325563"/>
          </a:xfrm>
        </p:spPr>
        <p:txBody>
          <a:bodyPr>
            <a:normAutofit/>
          </a:bodyPr>
          <a:lstStyle/>
          <a:p>
            <a:pPr algn="ctr"/>
            <a:r>
              <a:rPr lang="en-US" sz="6600" b="1" dirty="0">
                <a:latin typeface="Times New Roman" panose="02020603050405020304" pitchFamily="18" charset="0"/>
                <a:cs typeface="Times New Roman" panose="02020603050405020304" pitchFamily="18" charset="0"/>
              </a:rPr>
              <a:t>QUERIES??</a:t>
            </a:r>
            <a:endParaRPr lang="en-IN" sz="6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1774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8ED9B3-5C9F-8747-128C-E6950DE7F77C}"/>
              </a:ext>
            </a:extLst>
          </p:cNvPr>
          <p:cNvSpPr>
            <a:spLocks noGrp="1"/>
          </p:cNvSpPr>
          <p:nvPr>
            <p:ph type="ctrTitle"/>
          </p:nvPr>
        </p:nvSpPr>
        <p:spPr/>
        <p:txBody>
          <a:bodyPr>
            <a:normAutofit/>
          </a:bodyPr>
          <a:lstStyle/>
          <a:p>
            <a:r>
              <a:rPr lang="en-US" sz="6600" b="1" dirty="0">
                <a:latin typeface="Times New Roman" panose="02020603050405020304" pitchFamily="18" charset="0"/>
                <a:cs typeface="Times New Roman" panose="02020603050405020304" pitchFamily="18" charset="0"/>
              </a:rPr>
              <a:t>THANK YOU</a:t>
            </a:r>
            <a:endParaRPr lang="en-IN" sz="6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91310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615</TotalTime>
  <Words>919</Words>
  <Application>Microsoft Office PowerPoint</Application>
  <PresentationFormat>Custom</PresentationFormat>
  <Paragraphs>115</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OUTLINE</vt:lpstr>
      <vt:lpstr>ABSTRACT </vt:lpstr>
      <vt:lpstr>EXISTING SYSTEM</vt:lpstr>
      <vt:lpstr>ARCHITECTURAL DESIGN FOR PROPOSED SYSTEM</vt:lpstr>
      <vt:lpstr>ARCHITECTURAL DESIGN FOR PROPOSED SYSTEM</vt:lpstr>
      <vt:lpstr>ER DIAGRAMS</vt:lpstr>
      <vt:lpstr>PowerPoint Presentation</vt:lpstr>
      <vt:lpstr>ALGORITHMS/ TECHNIQUES</vt:lpstr>
      <vt:lpstr>ALGORITHMS/ TECHNIQUES</vt:lpstr>
      <vt:lpstr>30% OF THE CODE</vt:lpstr>
      <vt:lpstr>EXPECTED OUTCOMES</vt:lpstr>
      <vt:lpstr>EXPECTED OUTCOMES</vt:lpstr>
      <vt:lpstr>EXPECTED OUTCOMES</vt:lpstr>
      <vt:lpstr>REFERENCES</vt:lpstr>
      <vt:lpstr>REFERENCES</vt:lpstr>
      <vt:lpstr>REFERENCES</vt:lpstr>
      <vt:lpstr>QUERIES??</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srikeertan20@outlook.com</dc:creator>
  <cp:lastModifiedBy>Abhinay</cp:lastModifiedBy>
  <cp:revision>12</cp:revision>
  <dcterms:created xsi:type="dcterms:W3CDTF">2025-10-15T12:19:52Z</dcterms:created>
  <dcterms:modified xsi:type="dcterms:W3CDTF">2026-01-21T08:27:08Z</dcterms:modified>
</cp:coreProperties>
</file>